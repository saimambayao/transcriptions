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0" r:id="rId5"/>
    <p:sldId id="261" r:id="rId6"/>
    <p:sldId id="267" r:id="rId7"/>
    <p:sldId id="268" r:id="rId8"/>
    <p:sldId id="264" r:id="rId9"/>
    <p:sldId id="265" r:id="rId10"/>
    <p:sldId id="25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03AF9-3AF2-4628-9118-68189FD0B05B}" v="829" dt="2024-04-28T10:14:49.273"/>
    <p1510:client id="{A9CE61E7-BC0E-457D-A926-651C66C99701}" v="1079" dt="2024-04-28T10:07:02.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amen Mambayao" userId="744fa6c53ac0aede" providerId="LiveId" clId="{A9CE61E7-BC0E-457D-A926-651C66C99701}"/>
    <pc:docChg chg="undo custSel addSld modSld">
      <pc:chgData name="Saidamen Mambayao" userId="744fa6c53ac0aede" providerId="LiveId" clId="{A9CE61E7-BC0E-457D-A926-651C66C99701}" dt="2024-04-28T10:07:02.079" v="1079" actId="20577"/>
      <pc:docMkLst>
        <pc:docMk/>
      </pc:docMkLst>
      <pc:sldChg chg="addSp delSp modSp mod setBg addAnim delAnim">
        <pc:chgData name="Saidamen Mambayao" userId="744fa6c53ac0aede" providerId="LiveId" clId="{A9CE61E7-BC0E-457D-A926-651C66C99701}" dt="2024-04-28T09:12:40.089" v="877" actId="26606"/>
        <pc:sldMkLst>
          <pc:docMk/>
          <pc:sldMk cId="4168304023" sldId="256"/>
        </pc:sldMkLst>
        <pc:spChg chg="mod">
          <ac:chgData name="Saidamen Mambayao" userId="744fa6c53ac0aede" providerId="LiveId" clId="{A9CE61E7-BC0E-457D-A926-651C66C99701}" dt="2024-04-28T09:12:40.089" v="877" actId="26606"/>
          <ac:spMkLst>
            <pc:docMk/>
            <pc:sldMk cId="4168304023" sldId="256"/>
            <ac:spMk id="2" creationId="{18C6FDF2-2950-239F-2047-C2F30F203CB4}"/>
          </ac:spMkLst>
        </pc:spChg>
        <pc:spChg chg="mod">
          <ac:chgData name="Saidamen Mambayao" userId="744fa6c53ac0aede" providerId="LiveId" clId="{A9CE61E7-BC0E-457D-A926-651C66C99701}" dt="2024-04-28T09:12:40.089" v="877" actId="26606"/>
          <ac:spMkLst>
            <pc:docMk/>
            <pc:sldMk cId="4168304023" sldId="256"/>
            <ac:spMk id="3" creationId="{41B4B52E-F434-75E2-3940-E645FD75B6C1}"/>
          </ac:spMkLst>
        </pc:spChg>
        <pc:spChg chg="add del">
          <ac:chgData name="Saidamen Mambayao" userId="744fa6c53ac0aede" providerId="LiveId" clId="{A9CE61E7-BC0E-457D-A926-651C66C99701}" dt="2024-04-28T09:12:40.083" v="876" actId="26606"/>
          <ac:spMkLst>
            <pc:docMk/>
            <pc:sldMk cId="4168304023" sldId="256"/>
            <ac:spMk id="5" creationId="{9095C1F4-AE7F-44E4-8693-40D3D6831140}"/>
          </ac:spMkLst>
        </pc:spChg>
        <pc:spChg chg="add del">
          <ac:chgData name="Saidamen Mambayao" userId="744fa6c53ac0aede" providerId="LiveId" clId="{A9CE61E7-BC0E-457D-A926-651C66C99701}" dt="2024-04-28T09:12:15.520" v="870" actId="26606"/>
          <ac:spMkLst>
            <pc:docMk/>
            <pc:sldMk cId="4168304023" sldId="256"/>
            <ac:spMk id="8" creationId="{4522B21E-B2B9-4C72-9A71-C87EFD137480}"/>
          </ac:spMkLst>
        </pc:spChg>
        <pc:spChg chg="add del">
          <ac:chgData name="Saidamen Mambayao" userId="744fa6c53ac0aede" providerId="LiveId" clId="{A9CE61E7-BC0E-457D-A926-651C66C99701}" dt="2024-04-28T09:12:40.083" v="876" actId="26606"/>
          <ac:spMkLst>
            <pc:docMk/>
            <pc:sldMk cId="4168304023" sldId="256"/>
            <ac:spMk id="9" creationId="{871AEA07-1E14-44B4-8E55-64EF049CD66F}"/>
          </ac:spMkLst>
        </pc:spChg>
        <pc:spChg chg="add del">
          <ac:chgData name="Saidamen Mambayao" userId="744fa6c53ac0aede" providerId="LiveId" clId="{A9CE61E7-BC0E-457D-A926-651C66C99701}" dt="2024-04-28T09:12:15.520" v="870" actId="26606"/>
          <ac:spMkLst>
            <pc:docMk/>
            <pc:sldMk cId="4168304023" sldId="256"/>
            <ac:spMk id="10" creationId="{5EB7D2A2-F448-44D4-938C-DC84CBCB3B1E}"/>
          </ac:spMkLst>
        </pc:spChg>
        <pc:spChg chg="add del">
          <ac:chgData name="Saidamen Mambayao" userId="744fa6c53ac0aede" providerId="LiveId" clId="{A9CE61E7-BC0E-457D-A926-651C66C99701}" dt="2024-04-28T09:12:15.520" v="870" actId="26606"/>
          <ac:spMkLst>
            <pc:docMk/>
            <pc:sldMk cId="4168304023" sldId="256"/>
            <ac:spMk id="12" creationId="{871AEA07-1E14-44B4-8E55-64EF049CD66F}"/>
          </ac:spMkLst>
        </pc:spChg>
        <pc:spChg chg="add">
          <ac:chgData name="Saidamen Mambayao" userId="744fa6c53ac0aede" providerId="LiveId" clId="{A9CE61E7-BC0E-457D-A926-651C66C99701}" dt="2024-04-28T09:12:40.089" v="877" actId="26606"/>
          <ac:spMkLst>
            <pc:docMk/>
            <pc:sldMk cId="4168304023" sldId="256"/>
            <ac:spMk id="13" creationId="{4522B21E-B2B9-4C72-9A71-C87EFD137480}"/>
          </ac:spMkLst>
        </pc:spChg>
        <pc:spChg chg="add">
          <ac:chgData name="Saidamen Mambayao" userId="744fa6c53ac0aede" providerId="LiveId" clId="{A9CE61E7-BC0E-457D-A926-651C66C99701}" dt="2024-04-28T09:12:40.089" v="877" actId="26606"/>
          <ac:spMkLst>
            <pc:docMk/>
            <pc:sldMk cId="4168304023" sldId="256"/>
            <ac:spMk id="15" creationId="{5EB7D2A2-F448-44D4-938C-DC84CBCB3B1E}"/>
          </ac:spMkLst>
        </pc:spChg>
        <pc:spChg chg="add del">
          <ac:chgData name="Saidamen Mambayao" userId="744fa6c53ac0aede" providerId="LiveId" clId="{A9CE61E7-BC0E-457D-A926-651C66C99701}" dt="2024-04-28T09:12:28.105" v="873" actId="26606"/>
          <ac:spMkLst>
            <pc:docMk/>
            <pc:sldMk cId="4168304023" sldId="256"/>
            <ac:spMk id="16" creationId="{9095C1F4-AE7F-44E4-8693-40D3D6831140}"/>
          </ac:spMkLst>
        </pc:spChg>
        <pc:spChg chg="add">
          <ac:chgData name="Saidamen Mambayao" userId="744fa6c53ac0aede" providerId="LiveId" clId="{A9CE61E7-BC0E-457D-A926-651C66C99701}" dt="2024-04-28T09:12:40.089" v="877" actId="26606"/>
          <ac:spMkLst>
            <pc:docMk/>
            <pc:sldMk cId="4168304023" sldId="256"/>
            <ac:spMk id="18" creationId="{871AEA07-1E14-44B4-8E55-64EF049CD66F}"/>
          </ac:spMkLst>
        </pc:spChg>
        <pc:spChg chg="add del">
          <ac:chgData name="Saidamen Mambayao" userId="744fa6c53ac0aede" providerId="LiveId" clId="{A9CE61E7-BC0E-457D-A926-651C66C99701}" dt="2024-04-28T09:12:28.105" v="873" actId="26606"/>
          <ac:spMkLst>
            <pc:docMk/>
            <pc:sldMk cId="4168304023" sldId="256"/>
            <ac:spMk id="19" creationId="{871AEA07-1E14-44B4-8E55-64EF049CD66F}"/>
          </ac:spMkLst>
        </pc:spChg>
        <pc:grpChg chg="add del">
          <ac:chgData name="Saidamen Mambayao" userId="744fa6c53ac0aede" providerId="LiveId" clId="{A9CE61E7-BC0E-457D-A926-651C66C99701}" dt="2024-04-28T09:12:40.083" v="876" actId="26606"/>
          <ac:grpSpMkLst>
            <pc:docMk/>
            <pc:sldMk cId="4168304023" sldId="256"/>
            <ac:grpSpMk id="6" creationId="{8734DDD3-F723-4DD3-8ABE-EC0B2AC87D74}"/>
          </ac:grpSpMkLst>
        </pc:grpChg>
        <pc:grpChg chg="add del">
          <ac:chgData name="Saidamen Mambayao" userId="744fa6c53ac0aede" providerId="LiveId" clId="{A9CE61E7-BC0E-457D-A926-651C66C99701}" dt="2024-04-28T09:12:28.105" v="873" actId="26606"/>
          <ac:grpSpMkLst>
            <pc:docMk/>
            <pc:sldMk cId="4168304023" sldId="256"/>
            <ac:grpSpMk id="17" creationId="{8734DDD3-F723-4DD3-8ABE-EC0B2AC87D74}"/>
          </ac:grpSpMkLst>
        </pc:grpChg>
        <pc:cxnChg chg="add del">
          <ac:chgData name="Saidamen Mambayao" userId="744fa6c53ac0aede" providerId="LiveId" clId="{A9CE61E7-BC0E-457D-A926-651C66C99701}" dt="2024-04-28T09:12:15.520" v="870" actId="26606"/>
          <ac:cxnSpMkLst>
            <pc:docMk/>
            <pc:sldMk cId="4168304023" sldId="256"/>
            <ac:cxnSpMk id="14" creationId="{F7C8EA93-3210-4C62-99E9-153C275E3A87}"/>
          </ac:cxnSpMkLst>
        </pc:cxnChg>
        <pc:cxnChg chg="add">
          <ac:chgData name="Saidamen Mambayao" userId="744fa6c53ac0aede" providerId="LiveId" clId="{A9CE61E7-BC0E-457D-A926-651C66C99701}" dt="2024-04-28T09:12:40.089" v="877" actId="26606"/>
          <ac:cxnSpMkLst>
            <pc:docMk/>
            <pc:sldMk cId="4168304023" sldId="256"/>
            <ac:cxnSpMk id="20" creationId="{F7C8EA93-3210-4C62-99E9-153C275E3A87}"/>
          </ac:cxnSpMkLst>
        </pc:cxnChg>
      </pc:sldChg>
      <pc:sldChg chg="modSp">
        <pc:chgData name="Saidamen Mambayao" userId="744fa6c53ac0aede" providerId="LiveId" clId="{A9CE61E7-BC0E-457D-A926-651C66C99701}" dt="2024-04-28T03:32:42.632" v="634"/>
        <pc:sldMkLst>
          <pc:docMk/>
          <pc:sldMk cId="1572460965" sldId="257"/>
        </pc:sldMkLst>
        <pc:graphicFrameChg chg="mod">
          <ac:chgData name="Saidamen Mambayao" userId="744fa6c53ac0aede" providerId="LiveId" clId="{A9CE61E7-BC0E-457D-A926-651C66C99701}" dt="2024-04-28T03:32:42.632" v="634"/>
          <ac:graphicFrameMkLst>
            <pc:docMk/>
            <pc:sldMk cId="1572460965" sldId="257"/>
            <ac:graphicFrameMk id="5" creationId="{D95E6203-935C-021F-C8A2-E861DB02BAD3}"/>
          </ac:graphicFrameMkLst>
        </pc:graphicFrameChg>
      </pc:sldChg>
      <pc:sldChg chg="modSp mod">
        <pc:chgData name="Saidamen Mambayao" userId="744fa6c53ac0aede" providerId="LiveId" clId="{A9CE61E7-BC0E-457D-A926-651C66C99701}" dt="2024-04-28T08:12:56.455" v="855" actId="20577"/>
        <pc:sldMkLst>
          <pc:docMk/>
          <pc:sldMk cId="807325348" sldId="258"/>
        </pc:sldMkLst>
        <pc:spChg chg="mod">
          <ac:chgData name="Saidamen Mambayao" userId="744fa6c53ac0aede" providerId="LiveId" clId="{A9CE61E7-BC0E-457D-A926-651C66C99701}" dt="2024-04-28T08:12:56.455" v="855" actId="20577"/>
          <ac:spMkLst>
            <pc:docMk/>
            <pc:sldMk cId="807325348" sldId="258"/>
            <ac:spMk id="3" creationId="{C8D2E228-25EE-17DB-2B54-2AA2D9E04EC8}"/>
          </ac:spMkLst>
        </pc:spChg>
      </pc:sldChg>
      <pc:sldChg chg="addSp delSp modSp mod">
        <pc:chgData name="Saidamen Mambayao" userId="744fa6c53ac0aede" providerId="LiveId" clId="{A9CE61E7-BC0E-457D-A926-651C66C99701}" dt="2024-04-28T08:51:29.652" v="866" actId="26606"/>
        <pc:sldMkLst>
          <pc:docMk/>
          <pc:sldMk cId="2845566615" sldId="262"/>
        </pc:sldMkLst>
        <pc:spChg chg="mod">
          <ac:chgData name="Saidamen Mambayao" userId="744fa6c53ac0aede" providerId="LiveId" clId="{A9CE61E7-BC0E-457D-A926-651C66C99701}" dt="2024-04-28T08:51:29.652" v="866" actId="26606"/>
          <ac:spMkLst>
            <pc:docMk/>
            <pc:sldMk cId="2845566615" sldId="262"/>
            <ac:spMk id="2" creationId="{5D53EB2B-8AA5-BB5C-E3DB-ADBDAF996E0B}"/>
          </ac:spMkLst>
        </pc:spChg>
        <pc:spChg chg="add del">
          <ac:chgData name="Saidamen Mambayao" userId="744fa6c53ac0aede" providerId="LiveId" clId="{A9CE61E7-BC0E-457D-A926-651C66C99701}" dt="2024-04-28T08:50:59.804" v="865" actId="26606"/>
          <ac:spMkLst>
            <pc:docMk/>
            <pc:sldMk cId="2845566615" sldId="262"/>
            <ac:spMk id="35" creationId="{81D377EB-C9D2-4ED0-86A6-740A297E3EAC}"/>
          </ac:spMkLst>
        </pc:spChg>
        <pc:spChg chg="add del">
          <ac:chgData name="Saidamen Mambayao" userId="744fa6c53ac0aede" providerId="LiveId" clId="{A9CE61E7-BC0E-457D-A926-651C66C99701}" dt="2024-04-28T08:50:59.804" v="865" actId="26606"/>
          <ac:spMkLst>
            <pc:docMk/>
            <pc:sldMk cId="2845566615" sldId="262"/>
            <ac:spMk id="37" creationId="{066346BE-FDB4-4772-A696-0719490ABD64}"/>
          </ac:spMkLst>
        </pc:spChg>
        <pc:spChg chg="add del">
          <ac:chgData name="Saidamen Mambayao" userId="744fa6c53ac0aede" providerId="LiveId" clId="{A9CE61E7-BC0E-457D-A926-651C66C99701}" dt="2024-04-28T08:50:59.804" v="865" actId="26606"/>
          <ac:spMkLst>
            <pc:docMk/>
            <pc:sldMk cId="2845566615" sldId="262"/>
            <ac:spMk id="39" creationId="{FB92FFCE-0C90-454E-AA25-D4EE9A6C39C5}"/>
          </ac:spMkLst>
        </pc:spChg>
        <pc:spChg chg="add del">
          <ac:chgData name="Saidamen Mambayao" userId="744fa6c53ac0aede" providerId="LiveId" clId="{A9CE61E7-BC0E-457D-A926-651C66C99701}" dt="2024-04-28T08:50:47.825" v="862" actId="26606"/>
          <ac:spMkLst>
            <pc:docMk/>
            <pc:sldMk cId="2845566615" sldId="262"/>
            <ac:spMk id="44" creationId="{955A2079-FA98-4876-80F0-72364A7D2EA4}"/>
          </ac:spMkLst>
        </pc:spChg>
        <pc:spChg chg="add del">
          <ac:chgData name="Saidamen Mambayao" userId="744fa6c53ac0aede" providerId="LiveId" clId="{A9CE61E7-BC0E-457D-A926-651C66C99701}" dt="2024-04-28T08:50:59.741" v="864" actId="26606"/>
          <ac:spMkLst>
            <pc:docMk/>
            <pc:sldMk cId="2845566615" sldId="262"/>
            <ac:spMk id="46" creationId="{81D377EB-C9D2-4ED0-86A6-740A297E3EAC}"/>
          </ac:spMkLst>
        </pc:spChg>
        <pc:spChg chg="add del">
          <ac:chgData name="Saidamen Mambayao" userId="744fa6c53ac0aede" providerId="LiveId" clId="{A9CE61E7-BC0E-457D-A926-651C66C99701}" dt="2024-04-28T08:50:59.741" v="864" actId="26606"/>
          <ac:spMkLst>
            <pc:docMk/>
            <pc:sldMk cId="2845566615" sldId="262"/>
            <ac:spMk id="47" creationId="{066346BE-FDB4-4772-A696-0719490ABD64}"/>
          </ac:spMkLst>
        </pc:spChg>
        <pc:spChg chg="add del">
          <ac:chgData name="Saidamen Mambayao" userId="744fa6c53ac0aede" providerId="LiveId" clId="{A9CE61E7-BC0E-457D-A926-651C66C99701}" dt="2024-04-28T08:50:59.741" v="864" actId="26606"/>
          <ac:spMkLst>
            <pc:docMk/>
            <pc:sldMk cId="2845566615" sldId="262"/>
            <ac:spMk id="48" creationId="{FB92FFCE-0C90-454E-AA25-D4EE9A6C39C5}"/>
          </ac:spMkLst>
        </pc:spChg>
        <pc:spChg chg="add del">
          <ac:chgData name="Saidamen Mambayao" userId="744fa6c53ac0aede" providerId="LiveId" clId="{A9CE61E7-BC0E-457D-A926-651C66C99701}" dt="2024-04-28T08:51:29.652" v="866" actId="26606"/>
          <ac:spMkLst>
            <pc:docMk/>
            <pc:sldMk cId="2845566615" sldId="262"/>
            <ac:spMk id="50" creationId="{81D377EB-C9D2-4ED0-86A6-740A297E3EAC}"/>
          </ac:spMkLst>
        </pc:spChg>
        <pc:spChg chg="add del">
          <ac:chgData name="Saidamen Mambayao" userId="744fa6c53ac0aede" providerId="LiveId" clId="{A9CE61E7-BC0E-457D-A926-651C66C99701}" dt="2024-04-28T08:51:29.652" v="866" actId="26606"/>
          <ac:spMkLst>
            <pc:docMk/>
            <pc:sldMk cId="2845566615" sldId="262"/>
            <ac:spMk id="51" creationId="{066346BE-FDB4-4772-A696-0719490ABD64}"/>
          </ac:spMkLst>
        </pc:spChg>
        <pc:spChg chg="add del">
          <ac:chgData name="Saidamen Mambayao" userId="744fa6c53ac0aede" providerId="LiveId" clId="{A9CE61E7-BC0E-457D-A926-651C66C99701}" dt="2024-04-28T08:51:29.652" v="866" actId="26606"/>
          <ac:spMkLst>
            <pc:docMk/>
            <pc:sldMk cId="2845566615" sldId="262"/>
            <ac:spMk id="52" creationId="{FB92FFCE-0C90-454E-AA25-D4EE9A6C39C5}"/>
          </ac:spMkLst>
        </pc:spChg>
        <pc:spChg chg="add">
          <ac:chgData name="Saidamen Mambayao" userId="744fa6c53ac0aede" providerId="LiveId" clId="{A9CE61E7-BC0E-457D-A926-651C66C99701}" dt="2024-04-28T08:51:29.652" v="866" actId="26606"/>
          <ac:spMkLst>
            <pc:docMk/>
            <pc:sldMk cId="2845566615" sldId="262"/>
            <ac:spMk id="57" creationId="{53B021B3-DE93-4AB7-8A18-CF5F1CED88B8}"/>
          </ac:spMkLst>
        </pc:spChg>
        <pc:spChg chg="add">
          <ac:chgData name="Saidamen Mambayao" userId="744fa6c53ac0aede" providerId="LiveId" clId="{A9CE61E7-BC0E-457D-A926-651C66C99701}" dt="2024-04-28T08:51:29.652" v="866" actId="26606"/>
          <ac:spMkLst>
            <pc:docMk/>
            <pc:sldMk cId="2845566615" sldId="262"/>
            <ac:spMk id="59" creationId="{52D502E5-F6B4-4D58-B4AE-FC466FF15EE8}"/>
          </ac:spMkLst>
        </pc:spChg>
        <pc:spChg chg="add">
          <ac:chgData name="Saidamen Mambayao" userId="744fa6c53ac0aede" providerId="LiveId" clId="{A9CE61E7-BC0E-457D-A926-651C66C99701}" dt="2024-04-28T08:51:29.652" v="866" actId="26606"/>
          <ac:spMkLst>
            <pc:docMk/>
            <pc:sldMk cId="2845566615" sldId="262"/>
            <ac:spMk id="61" creationId="{9DECDBF4-02B6-4BB4-B65B-B8107AD6A9E8}"/>
          </ac:spMkLst>
        </pc:spChg>
        <pc:graphicFrameChg chg="mod modGraphic">
          <ac:chgData name="Saidamen Mambayao" userId="744fa6c53ac0aede" providerId="LiveId" clId="{A9CE61E7-BC0E-457D-A926-651C66C99701}" dt="2024-04-28T08:51:29.652" v="866" actId="26606"/>
          <ac:graphicFrameMkLst>
            <pc:docMk/>
            <pc:sldMk cId="2845566615" sldId="262"/>
            <ac:graphicFrameMk id="31" creationId="{9ABC6295-1D56-635E-FB28-BEEEC172A0D4}"/>
          </ac:graphicFrameMkLst>
        </pc:graphicFrameChg>
      </pc:sldChg>
      <pc:sldChg chg="addSp delSp modSp mod">
        <pc:chgData name="Saidamen Mambayao" userId="744fa6c53ac0aede" providerId="LiveId" clId="{A9CE61E7-BC0E-457D-A926-651C66C99701}" dt="2024-04-28T09:09:37.940" v="868" actId="26606"/>
        <pc:sldMkLst>
          <pc:docMk/>
          <pc:sldMk cId="3427781499" sldId="263"/>
        </pc:sldMkLst>
        <pc:spChg chg="mod">
          <ac:chgData name="Saidamen Mambayao" userId="744fa6c53ac0aede" providerId="LiveId" clId="{A9CE61E7-BC0E-457D-A926-651C66C99701}" dt="2024-04-28T09:09:37.940" v="868" actId="26606"/>
          <ac:spMkLst>
            <pc:docMk/>
            <pc:sldMk cId="3427781499" sldId="263"/>
            <ac:spMk id="2" creationId="{841CB99F-9207-4B2A-CB5C-74F15D8D588F}"/>
          </ac:spMkLst>
        </pc:spChg>
        <pc:spChg chg="add del">
          <ac:chgData name="Saidamen Mambayao" userId="744fa6c53ac0aede" providerId="LiveId" clId="{A9CE61E7-BC0E-457D-A926-651C66C99701}" dt="2024-04-28T09:09:37.940" v="868" actId="26606"/>
          <ac:spMkLst>
            <pc:docMk/>
            <pc:sldMk cId="3427781499" sldId="263"/>
            <ac:spMk id="15" creationId="{81D377EB-C9D2-4ED0-86A6-740A297E3EAC}"/>
          </ac:spMkLst>
        </pc:spChg>
        <pc:spChg chg="add del">
          <ac:chgData name="Saidamen Mambayao" userId="744fa6c53ac0aede" providerId="LiveId" clId="{A9CE61E7-BC0E-457D-A926-651C66C99701}" dt="2024-04-28T09:09:37.940" v="868" actId="26606"/>
          <ac:spMkLst>
            <pc:docMk/>
            <pc:sldMk cId="3427781499" sldId="263"/>
            <ac:spMk id="17" creationId="{066346BE-FDB4-4772-A696-0719490ABD64}"/>
          </ac:spMkLst>
        </pc:spChg>
        <pc:spChg chg="add del">
          <ac:chgData name="Saidamen Mambayao" userId="744fa6c53ac0aede" providerId="LiveId" clId="{A9CE61E7-BC0E-457D-A926-651C66C99701}" dt="2024-04-28T09:09:37.940" v="868" actId="26606"/>
          <ac:spMkLst>
            <pc:docMk/>
            <pc:sldMk cId="3427781499" sldId="263"/>
            <ac:spMk id="19" creationId="{FB92FFCE-0C90-454E-AA25-D4EE9A6C39C5}"/>
          </ac:spMkLst>
        </pc:spChg>
        <pc:spChg chg="add del">
          <ac:chgData name="Saidamen Mambayao" userId="744fa6c53ac0aede" providerId="LiveId" clId="{A9CE61E7-BC0E-457D-A926-651C66C99701}" dt="2024-04-28T09:09:37.940" v="868" actId="26606"/>
          <ac:spMkLst>
            <pc:docMk/>
            <pc:sldMk cId="3427781499" sldId="263"/>
            <ac:spMk id="24" creationId="{6C4028FD-8BAA-4A19-BFDE-594D991B7552}"/>
          </ac:spMkLst>
        </pc:spChg>
        <pc:graphicFrameChg chg="mod modGraphic">
          <ac:chgData name="Saidamen Mambayao" userId="744fa6c53ac0aede" providerId="LiveId" clId="{A9CE61E7-BC0E-457D-A926-651C66C99701}" dt="2024-04-28T09:09:37.940" v="868" actId="26606"/>
          <ac:graphicFrameMkLst>
            <pc:docMk/>
            <pc:sldMk cId="3427781499" sldId="263"/>
            <ac:graphicFrameMk id="5" creationId="{0482DCD6-24D6-1B6A-4646-82BD4F5C97E4}"/>
          </ac:graphicFrameMkLst>
        </pc:graphicFrameChg>
      </pc:sldChg>
      <pc:sldChg chg="modSp new mod">
        <pc:chgData name="Saidamen Mambayao" userId="744fa6c53ac0aede" providerId="LiveId" clId="{A9CE61E7-BC0E-457D-A926-651C66C99701}" dt="2024-04-28T10:07:02.079" v="1079" actId="20577"/>
        <pc:sldMkLst>
          <pc:docMk/>
          <pc:sldMk cId="2614262854" sldId="269"/>
        </pc:sldMkLst>
        <pc:spChg chg="mod">
          <ac:chgData name="Saidamen Mambayao" userId="744fa6c53ac0aede" providerId="LiveId" clId="{A9CE61E7-BC0E-457D-A926-651C66C99701}" dt="2024-04-28T10:04:22.403" v="917" actId="20577"/>
          <ac:spMkLst>
            <pc:docMk/>
            <pc:sldMk cId="2614262854" sldId="269"/>
            <ac:spMk id="2" creationId="{1DAC8242-FBD7-AA01-C09C-59BF50D93C0B}"/>
          </ac:spMkLst>
        </pc:spChg>
        <pc:spChg chg="mod">
          <ac:chgData name="Saidamen Mambayao" userId="744fa6c53ac0aede" providerId="LiveId" clId="{A9CE61E7-BC0E-457D-A926-651C66C99701}" dt="2024-04-28T10:07:02.079" v="1079" actId="20577"/>
          <ac:spMkLst>
            <pc:docMk/>
            <pc:sldMk cId="2614262854" sldId="269"/>
            <ac:spMk id="3" creationId="{4E0E10DF-502A-5FCC-3AEF-2A257C53D0EB}"/>
          </ac:spMkLst>
        </pc:spChg>
      </pc:sldChg>
    </pc:docChg>
  </pc:docChgLst>
  <pc:docChgLst>
    <pc:chgData name="Saidamen Mambayao" userId="744fa6c53ac0aede" providerId="LiveId" clId="{14B03AF9-3AF2-4628-9118-68189FD0B05B}"/>
    <pc:docChg chg="undo custSel addSld delSld modSld sldOrd">
      <pc:chgData name="Saidamen Mambayao" userId="744fa6c53ac0aede" providerId="LiveId" clId="{14B03AF9-3AF2-4628-9118-68189FD0B05B}" dt="2024-04-28T10:14:49.273" v="828" actId="113"/>
      <pc:docMkLst>
        <pc:docMk/>
      </pc:docMkLst>
      <pc:sldChg chg="addSp delSp modSp new mod setBg">
        <pc:chgData name="Saidamen Mambayao" userId="744fa6c53ac0aede" providerId="LiveId" clId="{14B03AF9-3AF2-4628-9118-68189FD0B05B}" dt="2024-04-28T09:49:02.188" v="812"/>
        <pc:sldMkLst>
          <pc:docMk/>
          <pc:sldMk cId="1572460965" sldId="257"/>
        </pc:sldMkLst>
        <pc:spChg chg="mod">
          <ac:chgData name="Saidamen Mambayao" userId="744fa6c53ac0aede" providerId="LiveId" clId="{14B03AF9-3AF2-4628-9118-68189FD0B05B}" dt="2024-04-28T09:13:25.008" v="680" actId="403"/>
          <ac:spMkLst>
            <pc:docMk/>
            <pc:sldMk cId="1572460965" sldId="257"/>
            <ac:spMk id="2" creationId="{AA01BB1E-B15E-9770-41D0-6D3C0F69F7F1}"/>
          </ac:spMkLst>
        </pc:spChg>
        <pc:spChg chg="del mod">
          <ac:chgData name="Saidamen Mambayao" userId="744fa6c53ac0aede" providerId="LiveId" clId="{14B03AF9-3AF2-4628-9118-68189FD0B05B}" dt="2024-04-28T03:30:56.707" v="317" actId="26606"/>
          <ac:spMkLst>
            <pc:docMk/>
            <pc:sldMk cId="1572460965" sldId="257"/>
            <ac:spMk id="3" creationId="{949CF3FC-BC06-D2E7-3400-1DD9F7B6004D}"/>
          </ac:spMkLst>
        </pc:spChg>
        <pc:spChg chg="add">
          <ac:chgData name="Saidamen Mambayao" userId="744fa6c53ac0aede" providerId="LiveId" clId="{14B03AF9-3AF2-4628-9118-68189FD0B05B}" dt="2024-04-28T03:30:56.707" v="317" actId="26606"/>
          <ac:spMkLst>
            <pc:docMk/>
            <pc:sldMk cId="1572460965" sldId="257"/>
            <ac:spMk id="9" creationId="{56E9B3E6-E277-4D68-BA48-9CB43FFBD6E2}"/>
          </ac:spMkLst>
        </pc:spChg>
        <pc:spChg chg="add">
          <ac:chgData name="Saidamen Mambayao" userId="744fa6c53ac0aede" providerId="LiveId" clId="{14B03AF9-3AF2-4628-9118-68189FD0B05B}" dt="2024-04-28T03:30:56.707" v="317" actId="26606"/>
          <ac:spMkLst>
            <pc:docMk/>
            <pc:sldMk cId="1572460965" sldId="257"/>
            <ac:spMk id="16" creationId="{D5B0017B-2ECA-49AF-B397-DC140825DF8D}"/>
          </ac:spMkLst>
        </pc:spChg>
        <pc:grpChg chg="add">
          <ac:chgData name="Saidamen Mambayao" userId="744fa6c53ac0aede" providerId="LiveId" clId="{14B03AF9-3AF2-4628-9118-68189FD0B05B}" dt="2024-04-28T03:30:56.707" v="317" actId="26606"/>
          <ac:grpSpMkLst>
            <pc:docMk/>
            <pc:sldMk cId="1572460965" sldId="257"/>
            <ac:grpSpMk id="11" creationId="{AE1C45F0-260A-458C-96ED-C1F6D2151219}"/>
          </ac:grpSpMkLst>
        </pc:grpChg>
        <pc:graphicFrameChg chg="add mod modGraphic">
          <ac:chgData name="Saidamen Mambayao" userId="744fa6c53ac0aede" providerId="LiveId" clId="{14B03AF9-3AF2-4628-9118-68189FD0B05B}" dt="2024-04-28T09:49:02.188" v="812"/>
          <ac:graphicFrameMkLst>
            <pc:docMk/>
            <pc:sldMk cId="1572460965" sldId="257"/>
            <ac:graphicFrameMk id="5" creationId="{D95E6203-935C-021F-C8A2-E861DB02BAD3}"/>
          </ac:graphicFrameMkLst>
        </pc:graphicFrameChg>
        <pc:cxnChg chg="add">
          <ac:chgData name="Saidamen Mambayao" userId="744fa6c53ac0aede" providerId="LiveId" clId="{14B03AF9-3AF2-4628-9118-68189FD0B05B}" dt="2024-04-28T03:30:56.707" v="317" actId="26606"/>
          <ac:cxnSpMkLst>
            <pc:docMk/>
            <pc:sldMk cId="1572460965" sldId="257"/>
            <ac:cxnSpMk id="18" creationId="{6CF1BAF6-AD41-4082-B212-8A1F9A2E8779}"/>
          </ac:cxnSpMkLst>
        </pc:cxnChg>
      </pc:sldChg>
      <pc:sldChg chg="modSp new mod">
        <pc:chgData name="Saidamen Mambayao" userId="744fa6c53ac0aede" providerId="LiveId" clId="{14B03AF9-3AF2-4628-9118-68189FD0B05B}" dt="2024-04-28T02:58:01.533" v="28" actId="20577"/>
        <pc:sldMkLst>
          <pc:docMk/>
          <pc:sldMk cId="807325348" sldId="258"/>
        </pc:sldMkLst>
        <pc:spChg chg="mod">
          <ac:chgData name="Saidamen Mambayao" userId="744fa6c53ac0aede" providerId="LiveId" clId="{14B03AF9-3AF2-4628-9118-68189FD0B05B}" dt="2024-04-28T02:58:01.533" v="28" actId="20577"/>
          <ac:spMkLst>
            <pc:docMk/>
            <pc:sldMk cId="807325348" sldId="258"/>
            <ac:spMk id="2" creationId="{46071ED6-3404-8268-028A-A7C6F3910CEA}"/>
          </ac:spMkLst>
        </pc:spChg>
      </pc:sldChg>
      <pc:sldChg chg="addSp delSp modSp new mod setBg modNotesTx">
        <pc:chgData name="Saidamen Mambayao" userId="744fa6c53ac0aede" providerId="LiveId" clId="{14B03AF9-3AF2-4628-9118-68189FD0B05B}" dt="2024-04-28T10:14:49.273" v="828" actId="113"/>
        <pc:sldMkLst>
          <pc:docMk/>
          <pc:sldMk cId="2194953565" sldId="259"/>
        </pc:sldMkLst>
        <pc:spChg chg="mod">
          <ac:chgData name="Saidamen Mambayao" userId="744fa6c53ac0aede" providerId="LiveId" clId="{14B03AF9-3AF2-4628-9118-68189FD0B05B}" dt="2024-04-28T08:44:27.721" v="575" actId="26606"/>
          <ac:spMkLst>
            <pc:docMk/>
            <pc:sldMk cId="2194953565" sldId="259"/>
            <ac:spMk id="2" creationId="{091AA291-391D-DE77-C981-5F8410EAB414}"/>
          </ac:spMkLst>
        </pc:spChg>
        <pc:spChg chg="del mod">
          <ac:chgData name="Saidamen Mambayao" userId="744fa6c53ac0aede" providerId="LiveId" clId="{14B03AF9-3AF2-4628-9118-68189FD0B05B}" dt="2024-04-28T08:40:31.307" v="559" actId="26606"/>
          <ac:spMkLst>
            <pc:docMk/>
            <pc:sldMk cId="2194953565" sldId="259"/>
            <ac:spMk id="3" creationId="{85E58B45-5D4F-7A4C-AC1A-66DA455B6C36}"/>
          </ac:spMkLst>
        </pc:spChg>
        <pc:spChg chg="add del">
          <ac:chgData name="Saidamen Mambayao" userId="744fa6c53ac0aede" providerId="LiveId" clId="{14B03AF9-3AF2-4628-9118-68189FD0B05B}" dt="2024-04-28T08:41:37.653" v="564" actId="26606"/>
          <ac:spMkLst>
            <pc:docMk/>
            <pc:sldMk cId="2194953565" sldId="259"/>
            <ac:spMk id="9" creationId="{53B021B3-DE93-4AB7-8A18-CF5F1CED88B8}"/>
          </ac:spMkLst>
        </pc:spChg>
        <pc:spChg chg="add del">
          <ac:chgData name="Saidamen Mambayao" userId="744fa6c53ac0aede" providerId="LiveId" clId="{14B03AF9-3AF2-4628-9118-68189FD0B05B}" dt="2024-04-28T08:41:37.653" v="564" actId="26606"/>
          <ac:spMkLst>
            <pc:docMk/>
            <pc:sldMk cId="2194953565" sldId="259"/>
            <ac:spMk id="11" creationId="{52D502E5-F6B4-4D58-B4AE-FC466FF15EE8}"/>
          </ac:spMkLst>
        </pc:spChg>
        <pc:spChg chg="add del">
          <ac:chgData name="Saidamen Mambayao" userId="744fa6c53ac0aede" providerId="LiveId" clId="{14B03AF9-3AF2-4628-9118-68189FD0B05B}" dt="2024-04-28T08:41:37.653" v="564" actId="26606"/>
          <ac:spMkLst>
            <pc:docMk/>
            <pc:sldMk cId="2194953565" sldId="259"/>
            <ac:spMk id="13" creationId="{9DECDBF4-02B6-4BB4-B65B-B8107AD6A9E8}"/>
          </ac:spMkLst>
        </pc:spChg>
        <pc:spChg chg="add del">
          <ac:chgData name="Saidamen Mambayao" userId="744fa6c53ac0aede" providerId="LiveId" clId="{14B03AF9-3AF2-4628-9118-68189FD0B05B}" dt="2024-04-28T08:41:18.119" v="561" actId="26606"/>
          <ac:spMkLst>
            <pc:docMk/>
            <pc:sldMk cId="2194953565" sldId="259"/>
            <ac:spMk id="18" creationId="{81D377EB-C9D2-4ED0-86A6-740A297E3EAC}"/>
          </ac:spMkLst>
        </pc:spChg>
        <pc:spChg chg="add del">
          <ac:chgData name="Saidamen Mambayao" userId="744fa6c53ac0aede" providerId="LiveId" clId="{14B03AF9-3AF2-4628-9118-68189FD0B05B}" dt="2024-04-28T08:41:18.119" v="561" actId="26606"/>
          <ac:spMkLst>
            <pc:docMk/>
            <pc:sldMk cId="2194953565" sldId="259"/>
            <ac:spMk id="20" creationId="{066346BE-FDB4-4772-A696-0719490ABD64}"/>
          </ac:spMkLst>
        </pc:spChg>
        <pc:spChg chg="add del">
          <ac:chgData name="Saidamen Mambayao" userId="744fa6c53ac0aede" providerId="LiveId" clId="{14B03AF9-3AF2-4628-9118-68189FD0B05B}" dt="2024-04-28T08:41:18.119" v="561" actId="26606"/>
          <ac:spMkLst>
            <pc:docMk/>
            <pc:sldMk cId="2194953565" sldId="259"/>
            <ac:spMk id="22" creationId="{FB92FFCE-0C90-454E-AA25-D4EE9A6C39C5}"/>
          </ac:spMkLst>
        </pc:spChg>
        <pc:spChg chg="add del">
          <ac:chgData name="Saidamen Mambayao" userId="744fa6c53ac0aede" providerId="LiveId" clId="{14B03AF9-3AF2-4628-9118-68189FD0B05B}" dt="2024-04-28T08:41:37.632" v="563" actId="26606"/>
          <ac:spMkLst>
            <pc:docMk/>
            <pc:sldMk cId="2194953565" sldId="259"/>
            <ac:spMk id="24" creationId="{DCC231C8-C761-4B31-9B1C-C6D19248C6B3}"/>
          </ac:spMkLst>
        </pc:spChg>
        <pc:spChg chg="add del">
          <ac:chgData name="Saidamen Mambayao" userId="744fa6c53ac0aede" providerId="LiveId" clId="{14B03AF9-3AF2-4628-9118-68189FD0B05B}" dt="2024-04-28T08:44:27.721" v="575" actId="26606"/>
          <ac:spMkLst>
            <pc:docMk/>
            <pc:sldMk cId="2194953565" sldId="259"/>
            <ac:spMk id="26" creationId="{81D377EB-C9D2-4ED0-86A6-740A297E3EAC}"/>
          </ac:spMkLst>
        </pc:spChg>
        <pc:spChg chg="add del">
          <ac:chgData name="Saidamen Mambayao" userId="744fa6c53ac0aede" providerId="LiveId" clId="{14B03AF9-3AF2-4628-9118-68189FD0B05B}" dt="2024-04-28T08:44:27.721" v="575" actId="26606"/>
          <ac:spMkLst>
            <pc:docMk/>
            <pc:sldMk cId="2194953565" sldId="259"/>
            <ac:spMk id="27" creationId="{066346BE-FDB4-4772-A696-0719490ABD64}"/>
          </ac:spMkLst>
        </pc:spChg>
        <pc:spChg chg="add del">
          <ac:chgData name="Saidamen Mambayao" userId="744fa6c53ac0aede" providerId="LiveId" clId="{14B03AF9-3AF2-4628-9118-68189FD0B05B}" dt="2024-04-28T08:44:27.721" v="575" actId="26606"/>
          <ac:spMkLst>
            <pc:docMk/>
            <pc:sldMk cId="2194953565" sldId="259"/>
            <ac:spMk id="28" creationId="{FB92FFCE-0C90-454E-AA25-D4EE9A6C39C5}"/>
          </ac:spMkLst>
        </pc:spChg>
        <pc:spChg chg="add">
          <ac:chgData name="Saidamen Mambayao" userId="744fa6c53ac0aede" providerId="LiveId" clId="{14B03AF9-3AF2-4628-9118-68189FD0B05B}" dt="2024-04-28T08:44:27.721" v="575" actId="26606"/>
          <ac:spMkLst>
            <pc:docMk/>
            <pc:sldMk cId="2194953565" sldId="259"/>
            <ac:spMk id="33" creationId="{53B021B3-DE93-4AB7-8A18-CF5F1CED88B8}"/>
          </ac:spMkLst>
        </pc:spChg>
        <pc:spChg chg="add">
          <ac:chgData name="Saidamen Mambayao" userId="744fa6c53ac0aede" providerId="LiveId" clId="{14B03AF9-3AF2-4628-9118-68189FD0B05B}" dt="2024-04-28T08:44:27.721" v="575" actId="26606"/>
          <ac:spMkLst>
            <pc:docMk/>
            <pc:sldMk cId="2194953565" sldId="259"/>
            <ac:spMk id="35" creationId="{52D502E5-F6B4-4D58-B4AE-FC466FF15EE8}"/>
          </ac:spMkLst>
        </pc:spChg>
        <pc:spChg chg="add">
          <ac:chgData name="Saidamen Mambayao" userId="744fa6c53ac0aede" providerId="LiveId" clId="{14B03AF9-3AF2-4628-9118-68189FD0B05B}" dt="2024-04-28T08:44:27.721" v="575" actId="26606"/>
          <ac:spMkLst>
            <pc:docMk/>
            <pc:sldMk cId="2194953565" sldId="259"/>
            <ac:spMk id="37" creationId="{9DECDBF4-02B6-4BB4-B65B-B8107AD6A9E8}"/>
          </ac:spMkLst>
        </pc:spChg>
        <pc:graphicFrameChg chg="add mod modGraphic">
          <ac:chgData name="Saidamen Mambayao" userId="744fa6c53ac0aede" providerId="LiveId" clId="{14B03AF9-3AF2-4628-9118-68189FD0B05B}" dt="2024-04-28T08:47:05.816" v="586" actId="255"/>
          <ac:graphicFrameMkLst>
            <pc:docMk/>
            <pc:sldMk cId="2194953565" sldId="259"/>
            <ac:graphicFrameMk id="5" creationId="{452E6D78-23D0-7519-F281-E07C38B2F0C5}"/>
          </ac:graphicFrameMkLst>
        </pc:graphicFrameChg>
      </pc:sldChg>
      <pc:sldChg chg="addSp delSp modSp new mod setBg modNotesTx">
        <pc:chgData name="Saidamen Mambayao" userId="744fa6c53ac0aede" providerId="LiveId" clId="{14B03AF9-3AF2-4628-9118-68189FD0B05B}" dt="2024-04-28T10:14:46.359" v="827" actId="113"/>
        <pc:sldMkLst>
          <pc:docMk/>
          <pc:sldMk cId="3974939900" sldId="260"/>
        </pc:sldMkLst>
        <pc:spChg chg="mod">
          <ac:chgData name="Saidamen Mambayao" userId="744fa6c53ac0aede" providerId="LiveId" clId="{14B03AF9-3AF2-4628-9118-68189FD0B05B}" dt="2024-04-28T08:43:30.583" v="574" actId="26606"/>
          <ac:spMkLst>
            <pc:docMk/>
            <pc:sldMk cId="3974939900" sldId="260"/>
            <ac:spMk id="2" creationId="{10D22F39-3028-66E5-2190-AD60AE91FFF8}"/>
          </ac:spMkLst>
        </pc:spChg>
        <pc:spChg chg="add del mod">
          <ac:chgData name="Saidamen Mambayao" userId="744fa6c53ac0aede" providerId="LiveId" clId="{14B03AF9-3AF2-4628-9118-68189FD0B05B}" dt="2024-04-28T08:42:37.630" v="571" actId="26606"/>
          <ac:spMkLst>
            <pc:docMk/>
            <pc:sldMk cId="3974939900" sldId="260"/>
            <ac:spMk id="3" creationId="{EA3C377D-4B0B-C7E8-9925-389E60AAB58D}"/>
          </ac:spMkLst>
        </pc:spChg>
        <pc:spChg chg="add del">
          <ac:chgData name="Saidamen Mambayao" userId="744fa6c53ac0aede" providerId="LiveId" clId="{14B03AF9-3AF2-4628-9118-68189FD0B05B}" dt="2024-04-28T08:42:11.514" v="566" actId="26606"/>
          <ac:spMkLst>
            <pc:docMk/>
            <pc:sldMk cId="3974939900" sldId="260"/>
            <ac:spMk id="9" creationId="{2E442304-DDBD-4F7B-8017-36BCC863FB40}"/>
          </ac:spMkLst>
        </pc:spChg>
        <pc:spChg chg="add del">
          <ac:chgData name="Saidamen Mambayao" userId="744fa6c53ac0aede" providerId="LiveId" clId="{14B03AF9-3AF2-4628-9118-68189FD0B05B}" dt="2024-04-28T08:42:11.514" v="566" actId="26606"/>
          <ac:spMkLst>
            <pc:docMk/>
            <pc:sldMk cId="3974939900" sldId="260"/>
            <ac:spMk id="11" creationId="{5E107275-3853-46FD-A241-DE4355A42675}"/>
          </ac:spMkLst>
        </pc:spChg>
        <pc:spChg chg="add del">
          <ac:chgData name="Saidamen Mambayao" userId="744fa6c53ac0aede" providerId="LiveId" clId="{14B03AF9-3AF2-4628-9118-68189FD0B05B}" dt="2024-04-28T08:42:20.172" v="568" actId="26606"/>
          <ac:spMkLst>
            <pc:docMk/>
            <pc:sldMk cId="3974939900" sldId="260"/>
            <ac:spMk id="13" creationId="{20344094-430A-400B-804B-910E696A1A90}"/>
          </ac:spMkLst>
        </pc:spChg>
        <pc:spChg chg="add del">
          <ac:chgData name="Saidamen Mambayao" userId="744fa6c53ac0aede" providerId="LiveId" clId="{14B03AF9-3AF2-4628-9118-68189FD0B05B}" dt="2024-04-28T08:42:20.172" v="568" actId="26606"/>
          <ac:spMkLst>
            <pc:docMk/>
            <pc:sldMk cId="3974939900" sldId="260"/>
            <ac:spMk id="14" creationId="{C5278130-DFE0-457B-8698-88DF69019DDE}"/>
          </ac:spMkLst>
        </pc:spChg>
        <pc:spChg chg="add del">
          <ac:chgData name="Saidamen Mambayao" userId="744fa6c53ac0aede" providerId="LiveId" clId="{14B03AF9-3AF2-4628-9118-68189FD0B05B}" dt="2024-04-28T08:42:20.172" v="568" actId="26606"/>
          <ac:spMkLst>
            <pc:docMk/>
            <pc:sldMk cId="3974939900" sldId="260"/>
            <ac:spMk id="15" creationId="{453C67DF-7782-4E57-AB9B-F1B4811AD8FE}"/>
          </ac:spMkLst>
        </pc:spChg>
        <pc:spChg chg="add del">
          <ac:chgData name="Saidamen Mambayao" userId="744fa6c53ac0aede" providerId="LiveId" clId="{14B03AF9-3AF2-4628-9118-68189FD0B05B}" dt="2024-04-28T08:42:20.172" v="568" actId="26606"/>
          <ac:spMkLst>
            <pc:docMk/>
            <pc:sldMk cId="3974939900" sldId="260"/>
            <ac:spMk id="16" creationId="{2F99531B-1681-4D6E-BECB-18325B33A618}"/>
          </ac:spMkLst>
        </pc:spChg>
        <pc:spChg chg="add del">
          <ac:chgData name="Saidamen Mambayao" userId="744fa6c53ac0aede" providerId="LiveId" clId="{14B03AF9-3AF2-4628-9118-68189FD0B05B}" dt="2024-04-28T08:42:37.591" v="570" actId="26606"/>
          <ac:spMkLst>
            <pc:docMk/>
            <pc:sldMk cId="3974939900" sldId="260"/>
            <ac:spMk id="21" creationId="{545D489D-16E1-484D-867B-144368D74B83}"/>
          </ac:spMkLst>
        </pc:spChg>
        <pc:spChg chg="add del">
          <ac:chgData name="Saidamen Mambayao" userId="744fa6c53ac0aede" providerId="LiveId" clId="{14B03AF9-3AF2-4628-9118-68189FD0B05B}" dt="2024-04-28T08:42:37.591" v="570" actId="26606"/>
          <ac:spMkLst>
            <pc:docMk/>
            <pc:sldMk cId="3974939900" sldId="260"/>
            <ac:spMk id="22" creationId="{49A496F5-B01E-4BF8-9D1E-C4E53B6F9652}"/>
          </ac:spMkLst>
        </pc:spChg>
        <pc:spChg chg="add del">
          <ac:chgData name="Saidamen Mambayao" userId="744fa6c53ac0aede" providerId="LiveId" clId="{14B03AF9-3AF2-4628-9118-68189FD0B05B}" dt="2024-04-28T08:42:37.591" v="570" actId="26606"/>
          <ac:spMkLst>
            <pc:docMk/>
            <pc:sldMk cId="3974939900" sldId="260"/>
            <ac:spMk id="23" creationId="{6E895C8D-1379-40B8-8B1B-B6F5AEAF0A6C}"/>
          </ac:spMkLst>
        </pc:spChg>
        <pc:spChg chg="add del">
          <ac:chgData name="Saidamen Mambayao" userId="744fa6c53ac0aede" providerId="LiveId" clId="{14B03AF9-3AF2-4628-9118-68189FD0B05B}" dt="2024-04-28T08:43:30.583" v="574" actId="26606"/>
          <ac:spMkLst>
            <pc:docMk/>
            <pc:sldMk cId="3974939900" sldId="260"/>
            <ac:spMk id="31" creationId="{DCC231C8-C761-4B31-9B1C-C6D19248C6B3}"/>
          </ac:spMkLst>
        </pc:spChg>
        <pc:spChg chg="add">
          <ac:chgData name="Saidamen Mambayao" userId="744fa6c53ac0aede" providerId="LiveId" clId="{14B03AF9-3AF2-4628-9118-68189FD0B05B}" dt="2024-04-28T08:43:30.583" v="574" actId="26606"/>
          <ac:spMkLst>
            <pc:docMk/>
            <pc:sldMk cId="3974939900" sldId="260"/>
            <ac:spMk id="36" creationId="{53B021B3-DE93-4AB7-8A18-CF5F1CED88B8}"/>
          </ac:spMkLst>
        </pc:spChg>
        <pc:spChg chg="add">
          <ac:chgData name="Saidamen Mambayao" userId="744fa6c53ac0aede" providerId="LiveId" clId="{14B03AF9-3AF2-4628-9118-68189FD0B05B}" dt="2024-04-28T08:43:30.583" v="574" actId="26606"/>
          <ac:spMkLst>
            <pc:docMk/>
            <pc:sldMk cId="3974939900" sldId="260"/>
            <ac:spMk id="38" creationId="{52D502E5-F6B4-4D58-B4AE-FC466FF15EE8}"/>
          </ac:spMkLst>
        </pc:spChg>
        <pc:spChg chg="add">
          <ac:chgData name="Saidamen Mambayao" userId="744fa6c53ac0aede" providerId="LiveId" clId="{14B03AF9-3AF2-4628-9118-68189FD0B05B}" dt="2024-04-28T08:43:30.583" v="574" actId="26606"/>
          <ac:spMkLst>
            <pc:docMk/>
            <pc:sldMk cId="3974939900" sldId="260"/>
            <ac:spMk id="40" creationId="{9DECDBF4-02B6-4BB4-B65B-B8107AD6A9E8}"/>
          </ac:spMkLst>
        </pc:spChg>
        <pc:graphicFrameChg chg="add del">
          <ac:chgData name="Saidamen Mambayao" userId="744fa6c53ac0aede" providerId="LiveId" clId="{14B03AF9-3AF2-4628-9118-68189FD0B05B}" dt="2024-04-28T08:42:11.514" v="566" actId="26606"/>
          <ac:graphicFrameMkLst>
            <pc:docMk/>
            <pc:sldMk cId="3974939900" sldId="260"/>
            <ac:graphicFrameMk id="5" creationId="{14D89E56-A375-3004-ABF3-789F20E813C3}"/>
          </ac:graphicFrameMkLst>
        </pc:graphicFrameChg>
        <pc:graphicFrameChg chg="add del">
          <ac:chgData name="Saidamen Mambayao" userId="744fa6c53ac0aede" providerId="LiveId" clId="{14B03AF9-3AF2-4628-9118-68189FD0B05B}" dt="2024-04-28T08:42:20.172" v="568" actId="26606"/>
          <ac:graphicFrameMkLst>
            <pc:docMk/>
            <pc:sldMk cId="3974939900" sldId="260"/>
            <ac:graphicFrameMk id="18" creationId="{95649B1D-481B-09D6-7266-6DB27172ACFE}"/>
          </ac:graphicFrameMkLst>
        </pc:graphicFrameChg>
        <pc:graphicFrameChg chg="add del">
          <ac:chgData name="Saidamen Mambayao" userId="744fa6c53ac0aede" providerId="LiveId" clId="{14B03AF9-3AF2-4628-9118-68189FD0B05B}" dt="2024-04-28T08:42:37.591" v="570" actId="26606"/>
          <ac:graphicFrameMkLst>
            <pc:docMk/>
            <pc:sldMk cId="3974939900" sldId="260"/>
            <ac:graphicFrameMk id="24" creationId="{80BFF8F7-5BFC-A67C-6200-E3C9F3980E0F}"/>
          </ac:graphicFrameMkLst>
        </pc:graphicFrameChg>
        <pc:graphicFrameChg chg="add mod modGraphic">
          <ac:chgData name="Saidamen Mambayao" userId="744fa6c53ac0aede" providerId="LiveId" clId="{14B03AF9-3AF2-4628-9118-68189FD0B05B}" dt="2024-04-28T08:47:18.513" v="588" actId="255"/>
          <ac:graphicFrameMkLst>
            <pc:docMk/>
            <pc:sldMk cId="3974939900" sldId="260"/>
            <ac:graphicFrameMk id="26" creationId="{11E25427-8033-9A75-BB40-A1AC876B3168}"/>
          </ac:graphicFrameMkLst>
        </pc:graphicFrameChg>
        <pc:cxnChg chg="add del">
          <ac:chgData name="Saidamen Mambayao" userId="744fa6c53ac0aede" providerId="LiveId" clId="{14B03AF9-3AF2-4628-9118-68189FD0B05B}" dt="2024-04-28T08:42:20.172" v="568" actId="26606"/>
          <ac:cxnSpMkLst>
            <pc:docMk/>
            <pc:sldMk cId="3974939900" sldId="260"/>
            <ac:cxnSpMk id="17" creationId="{B03A5AE3-BD30-455C-842B-7626C8BEF097}"/>
          </ac:cxnSpMkLst>
        </pc:cxnChg>
        <pc:cxnChg chg="add del">
          <ac:chgData name="Saidamen Mambayao" userId="744fa6c53ac0aede" providerId="LiveId" clId="{14B03AF9-3AF2-4628-9118-68189FD0B05B}" dt="2024-04-28T08:42:20.172" v="568" actId="26606"/>
          <ac:cxnSpMkLst>
            <pc:docMk/>
            <pc:sldMk cId="3974939900" sldId="260"/>
            <ac:cxnSpMk id="19" creationId="{2DBECAA5-1F2D-470D-875C-8F2C2CA3E54B}"/>
          </ac:cxnSpMkLst>
        </pc:cxnChg>
      </pc:sldChg>
      <pc:sldChg chg="addSp delSp modSp new mod setBg">
        <pc:chgData name="Saidamen Mambayao" userId="744fa6c53ac0aede" providerId="LiveId" clId="{14B03AF9-3AF2-4628-9118-68189FD0B05B}" dt="2024-04-28T09:26:43.137" v="766" actId="20577"/>
        <pc:sldMkLst>
          <pc:docMk/>
          <pc:sldMk cId="1465535787" sldId="261"/>
        </pc:sldMkLst>
        <pc:spChg chg="mod">
          <ac:chgData name="Saidamen Mambayao" userId="744fa6c53ac0aede" providerId="LiveId" clId="{14B03AF9-3AF2-4628-9118-68189FD0B05B}" dt="2024-04-28T08:43:07.740" v="573" actId="26606"/>
          <ac:spMkLst>
            <pc:docMk/>
            <pc:sldMk cId="1465535787" sldId="261"/>
            <ac:spMk id="2" creationId="{D3346417-26D3-F143-98F9-FDF3E27836DB}"/>
          </ac:spMkLst>
        </pc:spChg>
        <pc:spChg chg="del mod">
          <ac:chgData name="Saidamen Mambayao" userId="744fa6c53ac0aede" providerId="LiveId" clId="{14B03AF9-3AF2-4628-9118-68189FD0B05B}" dt="2024-04-28T08:43:07.740" v="573" actId="26606"/>
          <ac:spMkLst>
            <pc:docMk/>
            <pc:sldMk cId="1465535787" sldId="261"/>
            <ac:spMk id="3" creationId="{E877ECB1-8BB3-D6E9-3B67-83407539EB7F}"/>
          </ac:spMkLst>
        </pc:spChg>
        <pc:spChg chg="add">
          <ac:chgData name="Saidamen Mambayao" userId="744fa6c53ac0aede" providerId="LiveId" clId="{14B03AF9-3AF2-4628-9118-68189FD0B05B}" dt="2024-04-28T08:43:07.740" v="573" actId="26606"/>
          <ac:spMkLst>
            <pc:docMk/>
            <pc:sldMk cId="1465535787" sldId="261"/>
            <ac:spMk id="9" creationId="{53B021B3-DE93-4AB7-8A18-CF5F1CED88B8}"/>
          </ac:spMkLst>
        </pc:spChg>
        <pc:spChg chg="add">
          <ac:chgData name="Saidamen Mambayao" userId="744fa6c53ac0aede" providerId="LiveId" clId="{14B03AF9-3AF2-4628-9118-68189FD0B05B}" dt="2024-04-28T08:43:07.740" v="573" actId="26606"/>
          <ac:spMkLst>
            <pc:docMk/>
            <pc:sldMk cId="1465535787" sldId="261"/>
            <ac:spMk id="11" creationId="{52D502E5-F6B4-4D58-B4AE-FC466FF15EE8}"/>
          </ac:spMkLst>
        </pc:spChg>
        <pc:spChg chg="add">
          <ac:chgData name="Saidamen Mambayao" userId="744fa6c53ac0aede" providerId="LiveId" clId="{14B03AF9-3AF2-4628-9118-68189FD0B05B}" dt="2024-04-28T08:43:07.740" v="573" actId="26606"/>
          <ac:spMkLst>
            <pc:docMk/>
            <pc:sldMk cId="1465535787" sldId="261"/>
            <ac:spMk id="13" creationId="{9DECDBF4-02B6-4BB4-B65B-B8107AD6A9E8}"/>
          </ac:spMkLst>
        </pc:spChg>
        <pc:graphicFrameChg chg="add mod">
          <ac:chgData name="Saidamen Mambayao" userId="744fa6c53ac0aede" providerId="LiveId" clId="{14B03AF9-3AF2-4628-9118-68189FD0B05B}" dt="2024-04-28T09:26:43.137" v="766" actId="20577"/>
          <ac:graphicFrameMkLst>
            <pc:docMk/>
            <pc:sldMk cId="1465535787" sldId="261"/>
            <ac:graphicFrameMk id="5" creationId="{FC163C95-9C6B-1C6A-B5EA-4F949EBF1D81}"/>
          </ac:graphicFrameMkLst>
        </pc:graphicFrameChg>
      </pc:sldChg>
      <pc:sldChg chg="addSp delSp modSp new del mod setBg setClrOvrMap">
        <pc:chgData name="Saidamen Mambayao" userId="744fa6c53ac0aede" providerId="LiveId" clId="{14B03AF9-3AF2-4628-9118-68189FD0B05B}" dt="2024-04-28T09:03:01.516" v="632" actId="47"/>
        <pc:sldMkLst>
          <pc:docMk/>
          <pc:sldMk cId="2845566615" sldId="262"/>
        </pc:sldMkLst>
        <pc:spChg chg="mod">
          <ac:chgData name="Saidamen Mambayao" userId="744fa6c53ac0aede" providerId="LiveId" clId="{14B03AF9-3AF2-4628-9118-68189FD0B05B}" dt="2024-04-28T08:57:54.029" v="607" actId="26606"/>
          <ac:spMkLst>
            <pc:docMk/>
            <pc:sldMk cId="2845566615" sldId="262"/>
            <ac:spMk id="2" creationId="{5D53EB2B-8AA5-BB5C-E3DB-ADBDAF996E0B}"/>
          </ac:spMkLst>
        </pc:spChg>
        <pc:spChg chg="del mod">
          <ac:chgData name="Saidamen Mambayao" userId="744fa6c53ac0aede" providerId="LiveId" clId="{14B03AF9-3AF2-4628-9118-68189FD0B05B}" dt="2024-04-28T08:47:35.682" v="589" actId="26606"/>
          <ac:spMkLst>
            <pc:docMk/>
            <pc:sldMk cId="2845566615" sldId="262"/>
            <ac:spMk id="3" creationId="{3859D7BB-5859-0CC2-A62F-3A7BD62B7CDB}"/>
          </ac:spMkLst>
        </pc:spChg>
        <pc:spChg chg="add del">
          <ac:chgData name="Saidamen Mambayao" userId="744fa6c53ac0aede" providerId="LiveId" clId="{14B03AF9-3AF2-4628-9118-68189FD0B05B}" dt="2024-04-28T08:48:41.378" v="595" actId="26606"/>
          <ac:spMkLst>
            <pc:docMk/>
            <pc:sldMk cId="2845566615" sldId="262"/>
            <ac:spMk id="9" creationId="{5ACC6BB2-28F8-4405-829D-0562733BEE7A}"/>
          </ac:spMkLst>
        </pc:spChg>
        <pc:spChg chg="add del">
          <ac:chgData name="Saidamen Mambayao" userId="744fa6c53ac0aede" providerId="LiveId" clId="{14B03AF9-3AF2-4628-9118-68189FD0B05B}" dt="2024-04-28T08:48:41.378" v="595" actId="26606"/>
          <ac:spMkLst>
            <pc:docMk/>
            <pc:sldMk cId="2845566615" sldId="262"/>
            <ac:spMk id="11" creationId="{5C2E53F0-AD54-4A55-99A0-EC896CE3C233}"/>
          </ac:spMkLst>
        </pc:spChg>
        <pc:spChg chg="add del">
          <ac:chgData name="Saidamen Mambayao" userId="744fa6c53ac0aede" providerId="LiveId" clId="{14B03AF9-3AF2-4628-9118-68189FD0B05B}" dt="2024-04-28T08:48:41.378" v="595" actId="26606"/>
          <ac:spMkLst>
            <pc:docMk/>
            <pc:sldMk cId="2845566615" sldId="262"/>
            <ac:spMk id="13" creationId="{D15F19F8-85EE-477A-ACBA-4B6D069780E5}"/>
          </ac:spMkLst>
        </pc:spChg>
        <pc:spChg chg="add del">
          <ac:chgData name="Saidamen Mambayao" userId="744fa6c53ac0aede" providerId="LiveId" clId="{14B03AF9-3AF2-4628-9118-68189FD0B05B}" dt="2024-04-28T08:48:41.378" v="595" actId="26606"/>
          <ac:spMkLst>
            <pc:docMk/>
            <pc:sldMk cId="2845566615" sldId="262"/>
            <ac:spMk id="15" creationId="{92C3387C-D24F-4737-8A37-1DC5CFF09CFA}"/>
          </ac:spMkLst>
        </pc:spChg>
        <pc:spChg chg="add del">
          <ac:chgData name="Saidamen Mambayao" userId="744fa6c53ac0aede" providerId="LiveId" clId="{14B03AF9-3AF2-4628-9118-68189FD0B05B}" dt="2024-04-28T08:49:32.429" v="596" actId="26606"/>
          <ac:spMkLst>
            <pc:docMk/>
            <pc:sldMk cId="2845566615" sldId="262"/>
            <ac:spMk id="20" creationId="{81D377EB-C9D2-4ED0-86A6-740A297E3EAC}"/>
          </ac:spMkLst>
        </pc:spChg>
        <pc:spChg chg="add del">
          <ac:chgData name="Saidamen Mambayao" userId="744fa6c53ac0aede" providerId="LiveId" clId="{14B03AF9-3AF2-4628-9118-68189FD0B05B}" dt="2024-04-28T08:48:41.344" v="594" actId="26606"/>
          <ac:spMkLst>
            <pc:docMk/>
            <pc:sldMk cId="2845566615" sldId="262"/>
            <ac:spMk id="21" creationId="{5ACC6BB2-28F8-4405-829D-0562733BEE7A}"/>
          </ac:spMkLst>
        </pc:spChg>
        <pc:spChg chg="add del">
          <ac:chgData name="Saidamen Mambayao" userId="744fa6c53ac0aede" providerId="LiveId" clId="{14B03AF9-3AF2-4628-9118-68189FD0B05B}" dt="2024-04-28T08:49:32.429" v="596" actId="26606"/>
          <ac:spMkLst>
            <pc:docMk/>
            <pc:sldMk cId="2845566615" sldId="262"/>
            <ac:spMk id="22" creationId="{066346BE-FDB4-4772-A696-0719490ABD64}"/>
          </ac:spMkLst>
        </pc:spChg>
        <pc:spChg chg="add del">
          <ac:chgData name="Saidamen Mambayao" userId="744fa6c53ac0aede" providerId="LiveId" clId="{14B03AF9-3AF2-4628-9118-68189FD0B05B}" dt="2024-04-28T08:48:41.344" v="594" actId="26606"/>
          <ac:spMkLst>
            <pc:docMk/>
            <pc:sldMk cId="2845566615" sldId="262"/>
            <ac:spMk id="23" creationId="{5C2E53F0-AD54-4A55-99A0-EC896CE3C233}"/>
          </ac:spMkLst>
        </pc:spChg>
        <pc:spChg chg="add del">
          <ac:chgData name="Saidamen Mambayao" userId="744fa6c53ac0aede" providerId="LiveId" clId="{14B03AF9-3AF2-4628-9118-68189FD0B05B}" dt="2024-04-28T08:49:32.429" v="596" actId="26606"/>
          <ac:spMkLst>
            <pc:docMk/>
            <pc:sldMk cId="2845566615" sldId="262"/>
            <ac:spMk id="24" creationId="{FB92FFCE-0C90-454E-AA25-D4EE9A6C39C5}"/>
          </ac:spMkLst>
        </pc:spChg>
        <pc:spChg chg="add del">
          <ac:chgData name="Saidamen Mambayao" userId="744fa6c53ac0aede" providerId="LiveId" clId="{14B03AF9-3AF2-4628-9118-68189FD0B05B}" dt="2024-04-28T08:48:41.344" v="594" actId="26606"/>
          <ac:spMkLst>
            <pc:docMk/>
            <pc:sldMk cId="2845566615" sldId="262"/>
            <ac:spMk id="25" creationId="{D15F19F8-85EE-477A-ACBA-4B6D069780E5}"/>
          </ac:spMkLst>
        </pc:spChg>
        <pc:spChg chg="add del">
          <ac:chgData name="Saidamen Mambayao" userId="744fa6c53ac0aede" providerId="LiveId" clId="{14B03AF9-3AF2-4628-9118-68189FD0B05B}" dt="2024-04-28T08:48:41.344" v="594" actId="26606"/>
          <ac:spMkLst>
            <pc:docMk/>
            <pc:sldMk cId="2845566615" sldId="262"/>
            <ac:spMk id="27" creationId="{92C3387C-D24F-4737-8A37-1DC5CFF09CFA}"/>
          </ac:spMkLst>
        </pc:spChg>
        <pc:spChg chg="add">
          <ac:chgData name="Saidamen Mambayao" userId="744fa6c53ac0aede" providerId="LiveId" clId="{14B03AF9-3AF2-4628-9118-68189FD0B05B}" dt="2024-04-28T08:49:32.429" v="596" actId="26606"/>
          <ac:spMkLst>
            <pc:docMk/>
            <pc:sldMk cId="2845566615" sldId="262"/>
            <ac:spMk id="35" creationId="{81D377EB-C9D2-4ED0-86A6-740A297E3EAC}"/>
          </ac:spMkLst>
        </pc:spChg>
        <pc:spChg chg="add">
          <ac:chgData name="Saidamen Mambayao" userId="744fa6c53ac0aede" providerId="LiveId" clId="{14B03AF9-3AF2-4628-9118-68189FD0B05B}" dt="2024-04-28T08:49:32.429" v="596" actId="26606"/>
          <ac:spMkLst>
            <pc:docMk/>
            <pc:sldMk cId="2845566615" sldId="262"/>
            <ac:spMk id="37" creationId="{066346BE-FDB4-4772-A696-0719490ABD64}"/>
          </ac:spMkLst>
        </pc:spChg>
        <pc:spChg chg="add">
          <ac:chgData name="Saidamen Mambayao" userId="744fa6c53ac0aede" providerId="LiveId" clId="{14B03AF9-3AF2-4628-9118-68189FD0B05B}" dt="2024-04-28T08:49:32.429" v="596" actId="26606"/>
          <ac:spMkLst>
            <pc:docMk/>
            <pc:sldMk cId="2845566615" sldId="262"/>
            <ac:spMk id="39" creationId="{FB92FFCE-0C90-454E-AA25-D4EE9A6C39C5}"/>
          </ac:spMkLst>
        </pc:spChg>
        <pc:spChg chg="del">
          <ac:chgData name="Saidamen Mambayao" userId="744fa6c53ac0aede" providerId="LiveId" clId="{14B03AF9-3AF2-4628-9118-68189FD0B05B}" dt="2024-04-28T08:56:30.826" v="601" actId="26606"/>
          <ac:spMkLst>
            <pc:docMk/>
            <pc:sldMk cId="2845566615" sldId="262"/>
            <ac:spMk id="57" creationId="{53B021B3-DE93-4AB7-8A18-CF5F1CED88B8}"/>
          </ac:spMkLst>
        </pc:spChg>
        <pc:spChg chg="del">
          <ac:chgData name="Saidamen Mambayao" userId="744fa6c53ac0aede" providerId="LiveId" clId="{14B03AF9-3AF2-4628-9118-68189FD0B05B}" dt="2024-04-28T08:56:30.826" v="601" actId="26606"/>
          <ac:spMkLst>
            <pc:docMk/>
            <pc:sldMk cId="2845566615" sldId="262"/>
            <ac:spMk id="59" creationId="{52D502E5-F6B4-4D58-B4AE-FC466FF15EE8}"/>
          </ac:spMkLst>
        </pc:spChg>
        <pc:spChg chg="del">
          <ac:chgData name="Saidamen Mambayao" userId="744fa6c53ac0aede" providerId="LiveId" clId="{14B03AF9-3AF2-4628-9118-68189FD0B05B}" dt="2024-04-28T08:56:30.826" v="601" actId="26606"/>
          <ac:spMkLst>
            <pc:docMk/>
            <pc:sldMk cId="2845566615" sldId="262"/>
            <ac:spMk id="61" creationId="{9DECDBF4-02B6-4BB4-B65B-B8107AD6A9E8}"/>
          </ac:spMkLst>
        </pc:spChg>
        <pc:spChg chg="add del">
          <ac:chgData name="Saidamen Mambayao" userId="744fa6c53ac0aede" providerId="LiveId" clId="{14B03AF9-3AF2-4628-9118-68189FD0B05B}" dt="2024-04-28T08:57:54.029" v="607" actId="26606"/>
          <ac:spMkLst>
            <pc:docMk/>
            <pc:sldMk cId="2845566615" sldId="262"/>
            <ac:spMk id="66" creationId="{53B021B3-DE93-4AB7-8A18-CF5F1CED88B8}"/>
          </ac:spMkLst>
        </pc:spChg>
        <pc:spChg chg="add del">
          <ac:chgData name="Saidamen Mambayao" userId="744fa6c53ac0aede" providerId="LiveId" clId="{14B03AF9-3AF2-4628-9118-68189FD0B05B}" dt="2024-04-28T08:57:54.029" v="607" actId="26606"/>
          <ac:spMkLst>
            <pc:docMk/>
            <pc:sldMk cId="2845566615" sldId="262"/>
            <ac:spMk id="68" creationId="{52D502E5-F6B4-4D58-B4AE-FC466FF15EE8}"/>
          </ac:spMkLst>
        </pc:spChg>
        <pc:spChg chg="add del">
          <ac:chgData name="Saidamen Mambayao" userId="744fa6c53ac0aede" providerId="LiveId" clId="{14B03AF9-3AF2-4628-9118-68189FD0B05B}" dt="2024-04-28T08:57:54.029" v="607" actId="26606"/>
          <ac:spMkLst>
            <pc:docMk/>
            <pc:sldMk cId="2845566615" sldId="262"/>
            <ac:spMk id="70" creationId="{9DECDBF4-02B6-4BB4-B65B-B8107AD6A9E8}"/>
          </ac:spMkLst>
        </pc:spChg>
        <pc:spChg chg="add del">
          <ac:chgData name="Saidamen Mambayao" userId="744fa6c53ac0aede" providerId="LiveId" clId="{14B03AF9-3AF2-4628-9118-68189FD0B05B}" dt="2024-04-28T08:57:53.918" v="606" actId="26606"/>
          <ac:spMkLst>
            <pc:docMk/>
            <pc:sldMk cId="2845566615" sldId="262"/>
            <ac:spMk id="75" creationId="{5ACC6BB2-28F8-4405-829D-0562733BEE7A}"/>
          </ac:spMkLst>
        </pc:spChg>
        <pc:spChg chg="add del">
          <ac:chgData name="Saidamen Mambayao" userId="744fa6c53ac0aede" providerId="LiveId" clId="{14B03AF9-3AF2-4628-9118-68189FD0B05B}" dt="2024-04-28T08:57:53.918" v="606" actId="26606"/>
          <ac:spMkLst>
            <pc:docMk/>
            <pc:sldMk cId="2845566615" sldId="262"/>
            <ac:spMk id="77" creationId="{5C2E53F0-AD54-4A55-99A0-EC896CE3C233}"/>
          </ac:spMkLst>
        </pc:spChg>
        <pc:spChg chg="add del">
          <ac:chgData name="Saidamen Mambayao" userId="744fa6c53ac0aede" providerId="LiveId" clId="{14B03AF9-3AF2-4628-9118-68189FD0B05B}" dt="2024-04-28T08:57:53.918" v="606" actId="26606"/>
          <ac:spMkLst>
            <pc:docMk/>
            <pc:sldMk cId="2845566615" sldId="262"/>
            <ac:spMk id="79" creationId="{D15F19F8-85EE-477A-ACBA-4B6D069780E5}"/>
          </ac:spMkLst>
        </pc:spChg>
        <pc:spChg chg="add del">
          <ac:chgData name="Saidamen Mambayao" userId="744fa6c53ac0aede" providerId="LiveId" clId="{14B03AF9-3AF2-4628-9118-68189FD0B05B}" dt="2024-04-28T08:57:53.918" v="606" actId="26606"/>
          <ac:spMkLst>
            <pc:docMk/>
            <pc:sldMk cId="2845566615" sldId="262"/>
            <ac:spMk id="81" creationId="{92C3387C-D24F-4737-8A37-1DC5CFF09CFA}"/>
          </ac:spMkLst>
        </pc:spChg>
        <pc:spChg chg="add">
          <ac:chgData name="Saidamen Mambayao" userId="744fa6c53ac0aede" providerId="LiveId" clId="{14B03AF9-3AF2-4628-9118-68189FD0B05B}" dt="2024-04-28T08:57:54.029" v="607" actId="26606"/>
          <ac:spMkLst>
            <pc:docMk/>
            <pc:sldMk cId="2845566615" sldId="262"/>
            <ac:spMk id="83" creationId="{AFF8D2E5-2C4E-47B1-930B-6C82B7C31331}"/>
          </ac:spMkLst>
        </pc:spChg>
        <pc:spChg chg="add">
          <ac:chgData name="Saidamen Mambayao" userId="744fa6c53ac0aede" providerId="LiveId" clId="{14B03AF9-3AF2-4628-9118-68189FD0B05B}" dt="2024-04-28T08:57:54.029" v="607" actId="26606"/>
          <ac:spMkLst>
            <pc:docMk/>
            <pc:sldMk cId="2845566615" sldId="262"/>
            <ac:spMk id="84" creationId="{801E4ADA-0EA9-4930-846E-3C11E8BED6DD}"/>
          </ac:spMkLst>
        </pc:spChg>
        <pc:spChg chg="add">
          <ac:chgData name="Saidamen Mambayao" userId="744fa6c53ac0aede" providerId="LiveId" clId="{14B03AF9-3AF2-4628-9118-68189FD0B05B}" dt="2024-04-28T08:57:54.029" v="607" actId="26606"/>
          <ac:spMkLst>
            <pc:docMk/>
            <pc:sldMk cId="2845566615" sldId="262"/>
            <ac:spMk id="85" creationId="{FB92FFCE-0C90-454E-AA25-D4EE9A6C39C5}"/>
          </ac:spMkLst>
        </pc:spChg>
        <pc:graphicFrameChg chg="add del mod">
          <ac:chgData name="Saidamen Mambayao" userId="744fa6c53ac0aede" providerId="LiveId" clId="{14B03AF9-3AF2-4628-9118-68189FD0B05B}" dt="2024-04-28T08:48:41.378" v="595" actId="26606"/>
          <ac:graphicFrameMkLst>
            <pc:docMk/>
            <pc:sldMk cId="2845566615" sldId="262"/>
            <ac:graphicFrameMk id="5" creationId="{9B7274A5-834B-D0B1-04AB-D51E1346DE7F}"/>
          </ac:graphicFrameMkLst>
        </pc:graphicFrameChg>
        <pc:graphicFrameChg chg="add del">
          <ac:chgData name="Saidamen Mambayao" userId="744fa6c53ac0aede" providerId="LiveId" clId="{14B03AF9-3AF2-4628-9118-68189FD0B05B}" dt="2024-04-28T08:48:41.344" v="594" actId="26606"/>
          <ac:graphicFrameMkLst>
            <pc:docMk/>
            <pc:sldMk cId="2845566615" sldId="262"/>
            <ac:graphicFrameMk id="17" creationId="{C7104522-8E5F-E59B-DD79-590B635F053C}"/>
          </ac:graphicFrameMkLst>
        </pc:graphicFrameChg>
        <pc:graphicFrameChg chg="add del">
          <ac:chgData name="Saidamen Mambayao" userId="744fa6c53ac0aede" providerId="LiveId" clId="{14B03AF9-3AF2-4628-9118-68189FD0B05B}" dt="2024-04-28T08:49:32.429" v="596" actId="26606"/>
          <ac:graphicFrameMkLst>
            <pc:docMk/>
            <pc:sldMk cId="2845566615" sldId="262"/>
            <ac:graphicFrameMk id="29" creationId="{9B7274A5-834B-D0B1-04AB-D51E1346DE7F}"/>
          </ac:graphicFrameMkLst>
        </pc:graphicFrameChg>
        <pc:graphicFrameChg chg="add mod modGraphic">
          <ac:chgData name="Saidamen Mambayao" userId="744fa6c53ac0aede" providerId="LiveId" clId="{14B03AF9-3AF2-4628-9118-68189FD0B05B}" dt="2024-04-28T08:57:54.029" v="607" actId="26606"/>
          <ac:graphicFrameMkLst>
            <pc:docMk/>
            <pc:sldMk cId="2845566615" sldId="262"/>
            <ac:graphicFrameMk id="31" creationId="{9ABC6295-1D56-635E-FB28-BEEEC172A0D4}"/>
          </ac:graphicFrameMkLst>
        </pc:graphicFrameChg>
      </pc:sldChg>
      <pc:sldChg chg="addSp delSp modSp new del mod setBg">
        <pc:chgData name="Saidamen Mambayao" userId="744fa6c53ac0aede" providerId="LiveId" clId="{14B03AF9-3AF2-4628-9118-68189FD0B05B}" dt="2024-04-28T09:11:37.761" v="676" actId="47"/>
        <pc:sldMkLst>
          <pc:docMk/>
          <pc:sldMk cId="3427781499" sldId="263"/>
        </pc:sldMkLst>
        <pc:spChg chg="mod">
          <ac:chgData name="Saidamen Mambayao" userId="744fa6c53ac0aede" providerId="LiveId" clId="{14B03AF9-3AF2-4628-9118-68189FD0B05B}" dt="2024-04-28T09:09:17.845" v="666" actId="26606"/>
          <ac:spMkLst>
            <pc:docMk/>
            <pc:sldMk cId="3427781499" sldId="263"/>
            <ac:spMk id="2" creationId="{841CB99F-9207-4B2A-CB5C-74F15D8D588F}"/>
          </ac:spMkLst>
        </pc:spChg>
        <pc:spChg chg="del mod">
          <ac:chgData name="Saidamen Mambayao" userId="744fa6c53ac0aede" providerId="LiveId" clId="{14B03AF9-3AF2-4628-9118-68189FD0B05B}" dt="2024-04-28T09:05:00.783" v="636" actId="26606"/>
          <ac:spMkLst>
            <pc:docMk/>
            <pc:sldMk cId="3427781499" sldId="263"/>
            <ac:spMk id="3" creationId="{6F22FAA3-9428-F16B-2CC2-75D4B2D998E8}"/>
          </ac:spMkLst>
        </pc:spChg>
        <pc:spChg chg="add del">
          <ac:chgData name="Saidamen Mambayao" userId="744fa6c53ac0aede" providerId="LiveId" clId="{14B03AF9-3AF2-4628-9118-68189FD0B05B}" dt="2024-04-28T09:09:17.845" v="666" actId="26606"/>
          <ac:spMkLst>
            <pc:docMk/>
            <pc:sldMk cId="3427781499" sldId="263"/>
            <ac:spMk id="10" creationId="{6C4028FD-8BAA-4A19-BFDE-594D991B7552}"/>
          </ac:spMkLst>
        </pc:spChg>
        <pc:spChg chg="add">
          <ac:chgData name="Saidamen Mambayao" userId="744fa6c53ac0aede" providerId="LiveId" clId="{14B03AF9-3AF2-4628-9118-68189FD0B05B}" dt="2024-04-28T09:09:17.845" v="666" actId="26606"/>
          <ac:spMkLst>
            <pc:docMk/>
            <pc:sldMk cId="3427781499" sldId="263"/>
            <ac:spMk id="15" creationId="{81D377EB-C9D2-4ED0-86A6-740A297E3EAC}"/>
          </ac:spMkLst>
        </pc:spChg>
        <pc:spChg chg="add">
          <ac:chgData name="Saidamen Mambayao" userId="744fa6c53ac0aede" providerId="LiveId" clId="{14B03AF9-3AF2-4628-9118-68189FD0B05B}" dt="2024-04-28T09:09:17.845" v="666" actId="26606"/>
          <ac:spMkLst>
            <pc:docMk/>
            <pc:sldMk cId="3427781499" sldId="263"/>
            <ac:spMk id="17" creationId="{066346BE-FDB4-4772-A696-0719490ABD64}"/>
          </ac:spMkLst>
        </pc:spChg>
        <pc:spChg chg="add">
          <ac:chgData name="Saidamen Mambayao" userId="744fa6c53ac0aede" providerId="LiveId" clId="{14B03AF9-3AF2-4628-9118-68189FD0B05B}" dt="2024-04-28T09:09:17.845" v="666" actId="26606"/>
          <ac:spMkLst>
            <pc:docMk/>
            <pc:sldMk cId="3427781499" sldId="263"/>
            <ac:spMk id="19" creationId="{FB92FFCE-0C90-454E-AA25-D4EE9A6C39C5}"/>
          </ac:spMkLst>
        </pc:spChg>
        <pc:graphicFrameChg chg="add mod modGraphic">
          <ac:chgData name="Saidamen Mambayao" userId="744fa6c53ac0aede" providerId="LiveId" clId="{14B03AF9-3AF2-4628-9118-68189FD0B05B}" dt="2024-04-28T09:09:17.845" v="666" actId="26606"/>
          <ac:graphicFrameMkLst>
            <pc:docMk/>
            <pc:sldMk cId="3427781499" sldId="263"/>
            <ac:graphicFrameMk id="5" creationId="{0482DCD6-24D6-1B6A-4646-82BD4F5C97E4}"/>
          </ac:graphicFrameMkLst>
        </pc:graphicFrameChg>
      </pc:sldChg>
      <pc:sldChg chg="addSp delSp modSp new mod setBg">
        <pc:chgData name="Saidamen Mambayao" userId="744fa6c53ac0aede" providerId="LiveId" clId="{14B03AF9-3AF2-4628-9118-68189FD0B05B}" dt="2024-04-28T09:14:07.485" v="682" actId="255"/>
        <pc:sldMkLst>
          <pc:docMk/>
          <pc:sldMk cId="2594525116" sldId="264"/>
        </pc:sldMkLst>
        <pc:spChg chg="mod">
          <ac:chgData name="Saidamen Mambayao" userId="744fa6c53ac0aede" providerId="LiveId" clId="{14B03AF9-3AF2-4628-9118-68189FD0B05B}" dt="2024-04-28T09:07:47.558" v="660" actId="26606"/>
          <ac:spMkLst>
            <pc:docMk/>
            <pc:sldMk cId="2594525116" sldId="264"/>
            <ac:spMk id="2" creationId="{833C1318-A4BF-98D2-DEB0-B6C38F7338C6}"/>
          </ac:spMkLst>
        </pc:spChg>
        <pc:spChg chg="del mod">
          <ac:chgData name="Saidamen Mambayao" userId="744fa6c53ac0aede" providerId="LiveId" clId="{14B03AF9-3AF2-4628-9118-68189FD0B05B}" dt="2024-04-28T09:07:47.558" v="660" actId="26606"/>
          <ac:spMkLst>
            <pc:docMk/>
            <pc:sldMk cId="2594525116" sldId="264"/>
            <ac:spMk id="3" creationId="{229AF3C2-5509-3C2A-57E1-4C94383C6887}"/>
          </ac:spMkLst>
        </pc:spChg>
        <pc:spChg chg="add">
          <ac:chgData name="Saidamen Mambayao" userId="744fa6c53ac0aede" providerId="LiveId" clId="{14B03AF9-3AF2-4628-9118-68189FD0B05B}" dt="2024-04-28T09:07:47.558" v="660" actId="26606"/>
          <ac:spMkLst>
            <pc:docMk/>
            <pc:sldMk cId="2594525116" sldId="264"/>
            <ac:spMk id="9" creationId="{53B021B3-DE93-4AB7-8A18-CF5F1CED88B8}"/>
          </ac:spMkLst>
        </pc:spChg>
        <pc:spChg chg="add">
          <ac:chgData name="Saidamen Mambayao" userId="744fa6c53ac0aede" providerId="LiveId" clId="{14B03AF9-3AF2-4628-9118-68189FD0B05B}" dt="2024-04-28T09:07:47.558" v="660" actId="26606"/>
          <ac:spMkLst>
            <pc:docMk/>
            <pc:sldMk cId="2594525116" sldId="264"/>
            <ac:spMk id="11" creationId="{52D502E5-F6B4-4D58-B4AE-FC466FF15EE8}"/>
          </ac:spMkLst>
        </pc:spChg>
        <pc:spChg chg="add">
          <ac:chgData name="Saidamen Mambayao" userId="744fa6c53ac0aede" providerId="LiveId" clId="{14B03AF9-3AF2-4628-9118-68189FD0B05B}" dt="2024-04-28T09:07:47.558" v="660" actId="26606"/>
          <ac:spMkLst>
            <pc:docMk/>
            <pc:sldMk cId="2594525116" sldId="264"/>
            <ac:spMk id="13" creationId="{9DECDBF4-02B6-4BB4-B65B-B8107AD6A9E8}"/>
          </ac:spMkLst>
        </pc:spChg>
        <pc:graphicFrameChg chg="add mod">
          <ac:chgData name="Saidamen Mambayao" userId="744fa6c53ac0aede" providerId="LiveId" clId="{14B03AF9-3AF2-4628-9118-68189FD0B05B}" dt="2024-04-28T09:14:07.485" v="682" actId="255"/>
          <ac:graphicFrameMkLst>
            <pc:docMk/>
            <pc:sldMk cId="2594525116" sldId="264"/>
            <ac:graphicFrameMk id="5" creationId="{4EBAC3E7-EC6B-6C04-90EA-1D10C33B79BB}"/>
          </ac:graphicFrameMkLst>
        </pc:graphicFrameChg>
      </pc:sldChg>
      <pc:sldChg chg="addSp delSp modSp new mod setBg">
        <pc:chgData name="Saidamen Mambayao" userId="744fa6c53ac0aede" providerId="LiveId" clId="{14B03AF9-3AF2-4628-9118-68189FD0B05B}" dt="2024-04-28T09:15:28.453" v="699"/>
        <pc:sldMkLst>
          <pc:docMk/>
          <pc:sldMk cId="2424616761" sldId="265"/>
        </pc:sldMkLst>
        <pc:spChg chg="mod">
          <ac:chgData name="Saidamen Mambayao" userId="744fa6c53ac0aede" providerId="LiveId" clId="{14B03AF9-3AF2-4628-9118-68189FD0B05B}" dt="2024-04-28T09:07:56.696" v="661" actId="26606"/>
          <ac:spMkLst>
            <pc:docMk/>
            <pc:sldMk cId="2424616761" sldId="265"/>
            <ac:spMk id="2" creationId="{5D34DFE8-1231-B5DC-9652-52B330F53883}"/>
          </ac:spMkLst>
        </pc:spChg>
        <pc:spChg chg="del mod">
          <ac:chgData name="Saidamen Mambayao" userId="744fa6c53ac0aede" providerId="LiveId" clId="{14B03AF9-3AF2-4628-9118-68189FD0B05B}" dt="2024-04-28T09:07:56.696" v="661" actId="26606"/>
          <ac:spMkLst>
            <pc:docMk/>
            <pc:sldMk cId="2424616761" sldId="265"/>
            <ac:spMk id="3" creationId="{2F9CF19E-56BA-F3AB-7E79-D79C4D741DEA}"/>
          </ac:spMkLst>
        </pc:spChg>
        <pc:spChg chg="add">
          <ac:chgData name="Saidamen Mambayao" userId="744fa6c53ac0aede" providerId="LiveId" clId="{14B03AF9-3AF2-4628-9118-68189FD0B05B}" dt="2024-04-28T09:07:56.696" v="661" actId="26606"/>
          <ac:spMkLst>
            <pc:docMk/>
            <pc:sldMk cId="2424616761" sldId="265"/>
            <ac:spMk id="9" creationId="{53B021B3-DE93-4AB7-8A18-CF5F1CED88B8}"/>
          </ac:spMkLst>
        </pc:spChg>
        <pc:spChg chg="add">
          <ac:chgData name="Saidamen Mambayao" userId="744fa6c53ac0aede" providerId="LiveId" clId="{14B03AF9-3AF2-4628-9118-68189FD0B05B}" dt="2024-04-28T09:07:56.696" v="661" actId="26606"/>
          <ac:spMkLst>
            <pc:docMk/>
            <pc:sldMk cId="2424616761" sldId="265"/>
            <ac:spMk id="11" creationId="{52D502E5-F6B4-4D58-B4AE-FC466FF15EE8}"/>
          </ac:spMkLst>
        </pc:spChg>
        <pc:spChg chg="add">
          <ac:chgData name="Saidamen Mambayao" userId="744fa6c53ac0aede" providerId="LiveId" clId="{14B03AF9-3AF2-4628-9118-68189FD0B05B}" dt="2024-04-28T09:07:56.696" v="661" actId="26606"/>
          <ac:spMkLst>
            <pc:docMk/>
            <pc:sldMk cId="2424616761" sldId="265"/>
            <ac:spMk id="13" creationId="{9DECDBF4-02B6-4BB4-B65B-B8107AD6A9E8}"/>
          </ac:spMkLst>
        </pc:spChg>
        <pc:graphicFrameChg chg="add mod modGraphic">
          <ac:chgData name="Saidamen Mambayao" userId="744fa6c53ac0aede" providerId="LiveId" clId="{14B03AF9-3AF2-4628-9118-68189FD0B05B}" dt="2024-04-28T09:15:28.453" v="699"/>
          <ac:graphicFrameMkLst>
            <pc:docMk/>
            <pc:sldMk cId="2424616761" sldId="265"/>
            <ac:graphicFrameMk id="5" creationId="{44B2E63E-3AD9-FF2D-3ED7-13DBA994B847}"/>
          </ac:graphicFrameMkLst>
        </pc:graphicFrameChg>
      </pc:sldChg>
      <pc:sldChg chg="modSp new del mod ord">
        <pc:chgData name="Saidamen Mambayao" userId="744fa6c53ac0aede" providerId="LiveId" clId="{14B03AF9-3AF2-4628-9118-68189FD0B05B}" dt="2024-04-28T09:02:59.896" v="631" actId="47"/>
        <pc:sldMkLst>
          <pc:docMk/>
          <pc:sldMk cId="1191904556" sldId="266"/>
        </pc:sldMkLst>
        <pc:spChg chg="mod">
          <ac:chgData name="Saidamen Mambayao" userId="744fa6c53ac0aede" providerId="LiveId" clId="{14B03AF9-3AF2-4628-9118-68189FD0B05B}" dt="2024-04-28T08:57:26.015" v="604"/>
          <ac:spMkLst>
            <pc:docMk/>
            <pc:sldMk cId="1191904556" sldId="266"/>
            <ac:spMk id="2" creationId="{131626F3-3049-B3CD-E4A9-5C98F5C9089D}"/>
          </ac:spMkLst>
        </pc:spChg>
        <pc:spChg chg="mod">
          <ac:chgData name="Saidamen Mambayao" userId="744fa6c53ac0aede" providerId="LiveId" clId="{14B03AF9-3AF2-4628-9118-68189FD0B05B}" dt="2024-04-28T08:59:51.945" v="621" actId="27636"/>
          <ac:spMkLst>
            <pc:docMk/>
            <pc:sldMk cId="1191904556" sldId="266"/>
            <ac:spMk id="3" creationId="{A7F1F150-55B4-D41A-0530-C0FA6D0EC8F4}"/>
          </ac:spMkLst>
        </pc:spChg>
      </pc:sldChg>
      <pc:sldChg chg="modSp add mod">
        <pc:chgData name="Saidamen Mambayao" userId="744fa6c53ac0aede" providerId="LiveId" clId="{14B03AF9-3AF2-4628-9118-68189FD0B05B}" dt="2024-04-28T09:06:54.042" v="653"/>
        <pc:sldMkLst>
          <pc:docMk/>
          <pc:sldMk cId="4156553795" sldId="267"/>
        </pc:sldMkLst>
        <pc:spChg chg="mod">
          <ac:chgData name="Saidamen Mambayao" userId="744fa6c53ac0aede" providerId="LiveId" clId="{14B03AF9-3AF2-4628-9118-68189FD0B05B}" dt="2024-04-28T09:01:21.069" v="627"/>
          <ac:spMkLst>
            <pc:docMk/>
            <pc:sldMk cId="4156553795" sldId="267"/>
            <ac:spMk id="2" creationId="{D3346417-26D3-F143-98F9-FDF3E27836DB}"/>
          </ac:spMkLst>
        </pc:spChg>
        <pc:graphicFrameChg chg="mod">
          <ac:chgData name="Saidamen Mambayao" userId="744fa6c53ac0aede" providerId="LiveId" clId="{14B03AF9-3AF2-4628-9118-68189FD0B05B}" dt="2024-04-28T09:06:54.042" v="653"/>
          <ac:graphicFrameMkLst>
            <pc:docMk/>
            <pc:sldMk cId="4156553795" sldId="267"/>
            <ac:graphicFrameMk id="5" creationId="{FC163C95-9C6B-1C6A-B5EA-4F949EBF1D81}"/>
          </ac:graphicFrameMkLst>
        </pc:graphicFrameChg>
      </pc:sldChg>
      <pc:sldChg chg="addSp delSp modSp new mod setBg">
        <pc:chgData name="Saidamen Mambayao" userId="744fa6c53ac0aede" providerId="LiveId" clId="{14B03AF9-3AF2-4628-9118-68189FD0B05B}" dt="2024-04-28T09:14:01.083" v="681" actId="255"/>
        <pc:sldMkLst>
          <pc:docMk/>
          <pc:sldMk cId="1151104623" sldId="268"/>
        </pc:sldMkLst>
        <pc:spChg chg="mod">
          <ac:chgData name="Saidamen Mambayao" userId="744fa6c53ac0aede" providerId="LiveId" clId="{14B03AF9-3AF2-4628-9118-68189FD0B05B}" dt="2024-04-28T09:11:14.596" v="675" actId="26606"/>
          <ac:spMkLst>
            <pc:docMk/>
            <pc:sldMk cId="1151104623" sldId="268"/>
            <ac:spMk id="2" creationId="{6F17D365-7F7F-DB9D-2F6D-5D837B01CDFA}"/>
          </ac:spMkLst>
        </pc:spChg>
        <pc:spChg chg="del mod">
          <ac:chgData name="Saidamen Mambayao" userId="744fa6c53ac0aede" providerId="LiveId" clId="{14B03AF9-3AF2-4628-9118-68189FD0B05B}" dt="2024-04-28T09:11:14.596" v="675" actId="26606"/>
          <ac:spMkLst>
            <pc:docMk/>
            <pc:sldMk cId="1151104623" sldId="268"/>
            <ac:spMk id="3" creationId="{4EE072A8-42CC-9593-E9ED-14A83C491A0A}"/>
          </ac:spMkLst>
        </pc:spChg>
        <pc:spChg chg="add">
          <ac:chgData name="Saidamen Mambayao" userId="744fa6c53ac0aede" providerId="LiveId" clId="{14B03AF9-3AF2-4628-9118-68189FD0B05B}" dt="2024-04-28T09:11:14.596" v="675" actId="26606"/>
          <ac:spMkLst>
            <pc:docMk/>
            <pc:sldMk cId="1151104623" sldId="268"/>
            <ac:spMk id="9" creationId="{53B021B3-DE93-4AB7-8A18-CF5F1CED88B8}"/>
          </ac:spMkLst>
        </pc:spChg>
        <pc:spChg chg="add">
          <ac:chgData name="Saidamen Mambayao" userId="744fa6c53ac0aede" providerId="LiveId" clId="{14B03AF9-3AF2-4628-9118-68189FD0B05B}" dt="2024-04-28T09:11:14.596" v="675" actId="26606"/>
          <ac:spMkLst>
            <pc:docMk/>
            <pc:sldMk cId="1151104623" sldId="268"/>
            <ac:spMk id="11" creationId="{52D502E5-F6B4-4D58-B4AE-FC466FF15EE8}"/>
          </ac:spMkLst>
        </pc:spChg>
        <pc:spChg chg="add">
          <ac:chgData name="Saidamen Mambayao" userId="744fa6c53ac0aede" providerId="LiveId" clId="{14B03AF9-3AF2-4628-9118-68189FD0B05B}" dt="2024-04-28T09:11:14.596" v="675" actId="26606"/>
          <ac:spMkLst>
            <pc:docMk/>
            <pc:sldMk cId="1151104623" sldId="268"/>
            <ac:spMk id="13" creationId="{9DECDBF4-02B6-4BB4-B65B-B8107AD6A9E8}"/>
          </ac:spMkLst>
        </pc:spChg>
        <pc:graphicFrameChg chg="add mod">
          <ac:chgData name="Saidamen Mambayao" userId="744fa6c53ac0aede" providerId="LiveId" clId="{14B03AF9-3AF2-4628-9118-68189FD0B05B}" dt="2024-04-28T09:14:01.083" v="681" actId="255"/>
          <ac:graphicFrameMkLst>
            <pc:docMk/>
            <pc:sldMk cId="1151104623" sldId="268"/>
            <ac:graphicFrameMk id="5" creationId="{BFFBE22C-F504-9798-A904-DE06AC34B835}"/>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ata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ata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ata8.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23.png"/><Relationship Id="rId7" Type="http://schemas.openxmlformats.org/officeDocument/2006/relationships/image" Target="../media/image73.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35.svg"/><Relationship Id="rId9" Type="http://schemas.openxmlformats.org/officeDocument/2006/relationships/image" Target="../media/image7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rawing8.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23.png"/><Relationship Id="rId7" Type="http://schemas.openxmlformats.org/officeDocument/2006/relationships/image" Target="../media/image73.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35.svg"/><Relationship Id="rId9" Type="http://schemas.openxmlformats.org/officeDocument/2006/relationships/image" Target="../media/image7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0F29210-69D4-459F-9192-FC91019ADAA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B9185FD-EACB-41C4-A692-A9B9C669707E}">
      <dgm:prSet custT="1"/>
      <dgm:spPr/>
      <dgm:t>
        <a:bodyPr/>
        <a:lstStyle/>
        <a:p>
          <a:pPr>
            <a:lnSpc>
              <a:spcPct val="100000"/>
            </a:lnSpc>
          </a:pPr>
          <a:r>
            <a:rPr lang="en-US" sz="2000" b="1"/>
            <a:t>Step 1. Analyze the Context </a:t>
          </a:r>
        </a:p>
      </dgm:t>
    </dgm:pt>
    <dgm:pt modelId="{F07D7E79-CDF6-4E6F-B623-2435CD45E6FB}" type="parTrans" cxnId="{A2165147-AB79-4FE8-B392-D32C202B7FD1}">
      <dgm:prSet/>
      <dgm:spPr/>
      <dgm:t>
        <a:bodyPr/>
        <a:lstStyle/>
        <a:p>
          <a:endParaRPr lang="en-US" sz="2000" b="1"/>
        </a:p>
      </dgm:t>
    </dgm:pt>
    <dgm:pt modelId="{CFA042CB-784F-4283-90A8-94C7B0520B04}" type="sibTrans" cxnId="{A2165147-AB79-4FE8-B392-D32C202B7FD1}">
      <dgm:prSet/>
      <dgm:spPr/>
      <dgm:t>
        <a:bodyPr/>
        <a:lstStyle/>
        <a:p>
          <a:endParaRPr lang="en-US" sz="2000" b="1"/>
        </a:p>
      </dgm:t>
    </dgm:pt>
    <dgm:pt modelId="{43F766E9-3805-4283-A673-2D87ED9E03E8}">
      <dgm:prSet custT="1"/>
      <dgm:spPr/>
      <dgm:t>
        <a:bodyPr/>
        <a:lstStyle/>
        <a:p>
          <a:pPr>
            <a:lnSpc>
              <a:spcPct val="100000"/>
            </a:lnSpc>
          </a:pPr>
          <a:r>
            <a:rPr lang="en-US" sz="2000" b="1"/>
            <a:t>Step 2. Define and Deliberate the Problem or Need</a:t>
          </a:r>
        </a:p>
      </dgm:t>
    </dgm:pt>
    <dgm:pt modelId="{51AC2B57-53D9-4238-BF75-87671DED69FA}" type="parTrans" cxnId="{371B204A-0144-4109-AADF-FC02BBF6FA2F}">
      <dgm:prSet/>
      <dgm:spPr/>
      <dgm:t>
        <a:bodyPr/>
        <a:lstStyle/>
        <a:p>
          <a:endParaRPr lang="en-US" sz="2000" b="1"/>
        </a:p>
      </dgm:t>
    </dgm:pt>
    <dgm:pt modelId="{0C9EF90B-B176-4771-AD4E-59D0A3FC6728}" type="sibTrans" cxnId="{371B204A-0144-4109-AADF-FC02BBF6FA2F}">
      <dgm:prSet/>
      <dgm:spPr/>
      <dgm:t>
        <a:bodyPr/>
        <a:lstStyle/>
        <a:p>
          <a:endParaRPr lang="en-US" sz="2000" b="1"/>
        </a:p>
      </dgm:t>
    </dgm:pt>
    <dgm:pt modelId="{5FA4287D-13C6-412A-8175-04B5F8ED2D91}">
      <dgm:prSet custT="1"/>
      <dgm:spPr/>
      <dgm:t>
        <a:bodyPr/>
        <a:lstStyle/>
        <a:p>
          <a:pPr>
            <a:lnSpc>
              <a:spcPct val="100000"/>
            </a:lnSpc>
          </a:pPr>
          <a:r>
            <a:rPr lang="en-US" sz="2000" b="1"/>
            <a:t>Step 3. Research Needed Information</a:t>
          </a:r>
        </a:p>
      </dgm:t>
    </dgm:pt>
    <dgm:pt modelId="{177BA5D6-9866-44A4-A0F8-8A68292BCC61}" type="parTrans" cxnId="{41D3E2CA-90F6-4C4C-8931-5B6D30D7468A}">
      <dgm:prSet/>
      <dgm:spPr/>
      <dgm:t>
        <a:bodyPr/>
        <a:lstStyle/>
        <a:p>
          <a:endParaRPr lang="en-US" sz="2000" b="1"/>
        </a:p>
      </dgm:t>
    </dgm:pt>
    <dgm:pt modelId="{A0C7F5F6-CD71-42B1-8712-D379318F1097}" type="sibTrans" cxnId="{41D3E2CA-90F6-4C4C-8931-5B6D30D7468A}">
      <dgm:prSet/>
      <dgm:spPr/>
      <dgm:t>
        <a:bodyPr/>
        <a:lstStyle/>
        <a:p>
          <a:endParaRPr lang="en-US" sz="2000" b="1"/>
        </a:p>
      </dgm:t>
    </dgm:pt>
    <dgm:pt modelId="{60C678AB-6C6B-4555-B2BC-C4F9D9B132E7}">
      <dgm:prSet custT="1"/>
      <dgm:spPr/>
      <dgm:t>
        <a:bodyPr/>
        <a:lstStyle/>
        <a:p>
          <a:pPr>
            <a:lnSpc>
              <a:spcPct val="100000"/>
            </a:lnSpc>
          </a:pPr>
          <a:r>
            <a:rPr lang="en-US" sz="2000" b="1"/>
            <a:t>Step 4. Explore Options</a:t>
          </a:r>
        </a:p>
      </dgm:t>
    </dgm:pt>
    <dgm:pt modelId="{3BE18116-A2F1-4532-8DD5-52398E1EFD1A}" type="parTrans" cxnId="{4670CCEB-5560-4846-9F9E-80FB89D02355}">
      <dgm:prSet/>
      <dgm:spPr/>
      <dgm:t>
        <a:bodyPr/>
        <a:lstStyle/>
        <a:p>
          <a:endParaRPr lang="en-US" sz="2000" b="1"/>
        </a:p>
      </dgm:t>
    </dgm:pt>
    <dgm:pt modelId="{7C70020F-57E6-4325-9736-111D137F7241}" type="sibTrans" cxnId="{4670CCEB-5560-4846-9F9E-80FB89D02355}">
      <dgm:prSet/>
      <dgm:spPr/>
      <dgm:t>
        <a:bodyPr/>
        <a:lstStyle/>
        <a:p>
          <a:endParaRPr lang="en-US" sz="2000" b="1"/>
        </a:p>
      </dgm:t>
    </dgm:pt>
    <dgm:pt modelId="{9529822E-9253-4773-9C4A-493DB9E6E91B}">
      <dgm:prSet custT="1"/>
      <dgm:spPr/>
      <dgm:t>
        <a:bodyPr/>
        <a:lstStyle/>
        <a:p>
          <a:pPr>
            <a:lnSpc>
              <a:spcPct val="100000"/>
            </a:lnSpc>
          </a:pPr>
          <a:r>
            <a:rPr lang="en-US" sz="2000" b="1"/>
            <a:t>Step 5. Submit Proposal or Report</a:t>
          </a:r>
        </a:p>
      </dgm:t>
    </dgm:pt>
    <dgm:pt modelId="{CE01C14C-6727-4E0F-B2FA-C4424FDD5DBA}" type="parTrans" cxnId="{A837D496-04FF-41DE-939F-701D0E602B09}">
      <dgm:prSet/>
      <dgm:spPr/>
      <dgm:t>
        <a:bodyPr/>
        <a:lstStyle/>
        <a:p>
          <a:endParaRPr lang="en-US" sz="2000" b="1"/>
        </a:p>
      </dgm:t>
    </dgm:pt>
    <dgm:pt modelId="{B9724E8C-2C20-40F2-9692-4FCAFF6A60EA}" type="sibTrans" cxnId="{A837D496-04FF-41DE-939F-701D0E602B09}">
      <dgm:prSet/>
      <dgm:spPr/>
      <dgm:t>
        <a:bodyPr/>
        <a:lstStyle/>
        <a:p>
          <a:endParaRPr lang="en-US" sz="2000" b="1"/>
        </a:p>
      </dgm:t>
    </dgm:pt>
    <dgm:pt modelId="{915D7418-A671-4F92-91ED-66AC04134D57}">
      <dgm:prSet custT="1"/>
      <dgm:spPr/>
      <dgm:t>
        <a:bodyPr/>
        <a:lstStyle/>
        <a:p>
          <a:pPr>
            <a:lnSpc>
              <a:spcPct val="100000"/>
            </a:lnSpc>
          </a:pPr>
          <a:r>
            <a:rPr lang="en-US" sz="2000" b="1"/>
            <a:t>Step 6. Sustain Efforts to Implement the Solution</a:t>
          </a:r>
        </a:p>
      </dgm:t>
    </dgm:pt>
    <dgm:pt modelId="{ADDF2C08-805D-457B-811D-51035ECFA937}" type="parTrans" cxnId="{932C94FA-62E9-4F1A-A67D-AB11B446BB8D}">
      <dgm:prSet/>
      <dgm:spPr/>
      <dgm:t>
        <a:bodyPr/>
        <a:lstStyle/>
        <a:p>
          <a:endParaRPr lang="en-US" sz="2000" b="1"/>
        </a:p>
      </dgm:t>
    </dgm:pt>
    <dgm:pt modelId="{9370F50E-10FE-4B99-83CA-527220919D6C}" type="sibTrans" cxnId="{932C94FA-62E9-4F1A-A67D-AB11B446BB8D}">
      <dgm:prSet/>
      <dgm:spPr/>
      <dgm:t>
        <a:bodyPr/>
        <a:lstStyle/>
        <a:p>
          <a:endParaRPr lang="en-US" sz="2000" b="1"/>
        </a:p>
      </dgm:t>
    </dgm:pt>
    <dgm:pt modelId="{396CD7D1-D8BB-4773-9A3A-292221EA831C}">
      <dgm:prSet custT="1"/>
      <dgm:spPr/>
      <dgm:t>
        <a:bodyPr/>
        <a:lstStyle/>
        <a:p>
          <a:pPr>
            <a:lnSpc>
              <a:spcPct val="100000"/>
            </a:lnSpc>
          </a:pPr>
          <a:r>
            <a:rPr lang="en-US" sz="2000" b="1"/>
            <a:t>Step 7. Iterate and Improve the Solution</a:t>
          </a:r>
        </a:p>
      </dgm:t>
    </dgm:pt>
    <dgm:pt modelId="{2568E4BD-4E25-4322-B1E0-6E9AA1C84134}" type="parTrans" cxnId="{08B0927A-A875-4892-9ABD-1D3331B2D0C7}">
      <dgm:prSet/>
      <dgm:spPr/>
      <dgm:t>
        <a:bodyPr/>
        <a:lstStyle/>
        <a:p>
          <a:endParaRPr lang="en-US" sz="2000" b="1"/>
        </a:p>
      </dgm:t>
    </dgm:pt>
    <dgm:pt modelId="{EB4A9753-5987-49DB-BFAB-DE03D0B651FD}" type="sibTrans" cxnId="{08B0927A-A875-4892-9ABD-1D3331B2D0C7}">
      <dgm:prSet/>
      <dgm:spPr/>
      <dgm:t>
        <a:bodyPr/>
        <a:lstStyle/>
        <a:p>
          <a:endParaRPr lang="en-US" sz="2000" b="1"/>
        </a:p>
      </dgm:t>
    </dgm:pt>
    <dgm:pt modelId="{DCA17D54-DC64-417A-A0C2-19A78844D55C}" type="pres">
      <dgm:prSet presAssocID="{20F29210-69D4-459F-9192-FC91019ADAAA}" presName="root" presStyleCnt="0">
        <dgm:presLayoutVars>
          <dgm:dir/>
          <dgm:resizeHandles val="exact"/>
        </dgm:presLayoutVars>
      </dgm:prSet>
      <dgm:spPr/>
    </dgm:pt>
    <dgm:pt modelId="{069EA168-16AB-4926-ACFA-6E46FFD192CC}" type="pres">
      <dgm:prSet presAssocID="{7B9185FD-EACB-41C4-A692-A9B9C669707E}" presName="compNode" presStyleCnt="0"/>
      <dgm:spPr/>
    </dgm:pt>
    <dgm:pt modelId="{FC08DBFA-DF7B-4802-801A-30D57F22593B}" type="pres">
      <dgm:prSet presAssocID="{7B9185FD-EACB-41C4-A692-A9B9C669707E}"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44C93C6-47DD-4909-8AC3-AC9A55536D8C}" type="pres">
      <dgm:prSet presAssocID="{7B9185FD-EACB-41C4-A692-A9B9C669707E}" presName="spaceRect" presStyleCnt="0"/>
      <dgm:spPr/>
    </dgm:pt>
    <dgm:pt modelId="{CD0E7B7E-3CBB-4D1E-B990-88B0E51B1581}" type="pres">
      <dgm:prSet presAssocID="{7B9185FD-EACB-41C4-A692-A9B9C669707E}" presName="textRect" presStyleLbl="revTx" presStyleIdx="0" presStyleCnt="7">
        <dgm:presLayoutVars>
          <dgm:chMax val="1"/>
          <dgm:chPref val="1"/>
        </dgm:presLayoutVars>
      </dgm:prSet>
      <dgm:spPr/>
    </dgm:pt>
    <dgm:pt modelId="{7BC71351-E3E0-43B9-8E64-9E2CFE137865}" type="pres">
      <dgm:prSet presAssocID="{CFA042CB-784F-4283-90A8-94C7B0520B04}" presName="sibTrans" presStyleCnt="0"/>
      <dgm:spPr/>
    </dgm:pt>
    <dgm:pt modelId="{18259017-2424-4132-861B-473DE1B6D3A4}" type="pres">
      <dgm:prSet presAssocID="{43F766E9-3805-4283-A673-2D87ED9E03E8}" presName="compNode" presStyleCnt="0"/>
      <dgm:spPr/>
    </dgm:pt>
    <dgm:pt modelId="{3FA4C41A-A78E-43CC-93FF-9721B33B64D4}" type="pres">
      <dgm:prSet presAssocID="{43F766E9-3805-4283-A673-2D87ED9E03E8}"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4F9C8321-C5EE-44B6-9625-8818F174E79D}" type="pres">
      <dgm:prSet presAssocID="{43F766E9-3805-4283-A673-2D87ED9E03E8}" presName="spaceRect" presStyleCnt="0"/>
      <dgm:spPr/>
    </dgm:pt>
    <dgm:pt modelId="{6061B166-81B7-42B0-B14F-B65C4B499B2F}" type="pres">
      <dgm:prSet presAssocID="{43F766E9-3805-4283-A673-2D87ED9E03E8}" presName="textRect" presStyleLbl="revTx" presStyleIdx="1" presStyleCnt="7">
        <dgm:presLayoutVars>
          <dgm:chMax val="1"/>
          <dgm:chPref val="1"/>
        </dgm:presLayoutVars>
      </dgm:prSet>
      <dgm:spPr/>
    </dgm:pt>
    <dgm:pt modelId="{CDFFF99A-63A8-4106-9D1C-397506B77205}" type="pres">
      <dgm:prSet presAssocID="{0C9EF90B-B176-4771-AD4E-59D0A3FC6728}" presName="sibTrans" presStyleCnt="0"/>
      <dgm:spPr/>
    </dgm:pt>
    <dgm:pt modelId="{12049D18-004C-4F3A-AD55-93A5BB61C38D}" type="pres">
      <dgm:prSet presAssocID="{5FA4287D-13C6-412A-8175-04B5F8ED2D91}" presName="compNode" presStyleCnt="0"/>
      <dgm:spPr/>
    </dgm:pt>
    <dgm:pt modelId="{CC907C8B-2BB2-4652-B2DB-CCA71F74D4F1}" type="pres">
      <dgm:prSet presAssocID="{5FA4287D-13C6-412A-8175-04B5F8ED2D91}"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7C0F59F9-93E3-4D12-86F9-76F4D6F3FE8E}" type="pres">
      <dgm:prSet presAssocID="{5FA4287D-13C6-412A-8175-04B5F8ED2D91}" presName="spaceRect" presStyleCnt="0"/>
      <dgm:spPr/>
    </dgm:pt>
    <dgm:pt modelId="{6117A877-D648-47AE-B4C8-12F9180D2275}" type="pres">
      <dgm:prSet presAssocID="{5FA4287D-13C6-412A-8175-04B5F8ED2D91}" presName="textRect" presStyleLbl="revTx" presStyleIdx="2" presStyleCnt="7">
        <dgm:presLayoutVars>
          <dgm:chMax val="1"/>
          <dgm:chPref val="1"/>
        </dgm:presLayoutVars>
      </dgm:prSet>
      <dgm:spPr/>
    </dgm:pt>
    <dgm:pt modelId="{E9BA78EC-F787-46D9-AFE7-43526D0D1E62}" type="pres">
      <dgm:prSet presAssocID="{A0C7F5F6-CD71-42B1-8712-D379318F1097}" presName="sibTrans" presStyleCnt="0"/>
      <dgm:spPr/>
    </dgm:pt>
    <dgm:pt modelId="{16F1F4EB-4886-4742-8A73-BF0ED99EDF08}" type="pres">
      <dgm:prSet presAssocID="{60C678AB-6C6B-4555-B2BC-C4F9D9B132E7}" presName="compNode" presStyleCnt="0"/>
      <dgm:spPr/>
    </dgm:pt>
    <dgm:pt modelId="{38428398-E084-4F7B-B400-A904C3FE7368}" type="pres">
      <dgm:prSet presAssocID="{60C678AB-6C6B-4555-B2BC-C4F9D9B132E7}" presName="iconRect" presStyleLbl="node1" presStyleIdx="3" presStyleCnt="7" custLinFactNeighborX="-686" custLinFactNeighborY="-365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255501AA-C8A0-4FD7-93C0-7E643BE0CD00}" type="pres">
      <dgm:prSet presAssocID="{60C678AB-6C6B-4555-B2BC-C4F9D9B132E7}" presName="spaceRect" presStyleCnt="0"/>
      <dgm:spPr/>
    </dgm:pt>
    <dgm:pt modelId="{2E947793-6784-4C31-80A0-19AEB92FC81E}" type="pres">
      <dgm:prSet presAssocID="{60C678AB-6C6B-4555-B2BC-C4F9D9B132E7}" presName="textRect" presStyleLbl="revTx" presStyleIdx="3" presStyleCnt="7">
        <dgm:presLayoutVars>
          <dgm:chMax val="1"/>
          <dgm:chPref val="1"/>
        </dgm:presLayoutVars>
      </dgm:prSet>
      <dgm:spPr/>
    </dgm:pt>
    <dgm:pt modelId="{9DE08715-AD63-49FF-A3F9-71AF248512AE}" type="pres">
      <dgm:prSet presAssocID="{7C70020F-57E6-4325-9736-111D137F7241}" presName="sibTrans" presStyleCnt="0"/>
      <dgm:spPr/>
    </dgm:pt>
    <dgm:pt modelId="{B596203B-AB1F-4BD8-9E35-D0C846D7E60B}" type="pres">
      <dgm:prSet presAssocID="{9529822E-9253-4773-9C4A-493DB9E6E91B}" presName="compNode" presStyleCnt="0"/>
      <dgm:spPr/>
    </dgm:pt>
    <dgm:pt modelId="{9CFDD305-9BAA-49AA-8CE8-3F1DE60F6BC1}" type="pres">
      <dgm:prSet presAssocID="{9529822E-9253-4773-9C4A-493DB9E6E91B}" presName="iconRect" presStyleLbl="node1" presStyleIdx="4" presStyleCnt="7" custLinFactNeighborX="-645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81A7D167-A2D9-4ADF-9CA8-7A68D5918C53}" type="pres">
      <dgm:prSet presAssocID="{9529822E-9253-4773-9C4A-493DB9E6E91B}" presName="spaceRect" presStyleCnt="0"/>
      <dgm:spPr/>
    </dgm:pt>
    <dgm:pt modelId="{82D6731B-A50C-4DC4-870E-B1359563B2CB}" type="pres">
      <dgm:prSet presAssocID="{9529822E-9253-4773-9C4A-493DB9E6E91B}" presName="textRect" presStyleLbl="revTx" presStyleIdx="4" presStyleCnt="7" custLinFactNeighborX="-2905">
        <dgm:presLayoutVars>
          <dgm:chMax val="1"/>
          <dgm:chPref val="1"/>
        </dgm:presLayoutVars>
      </dgm:prSet>
      <dgm:spPr/>
    </dgm:pt>
    <dgm:pt modelId="{492A0654-920D-43C0-B907-37B9BA07D364}" type="pres">
      <dgm:prSet presAssocID="{B9724E8C-2C20-40F2-9692-4FCAFF6A60EA}" presName="sibTrans" presStyleCnt="0"/>
      <dgm:spPr/>
    </dgm:pt>
    <dgm:pt modelId="{7AA96F66-315E-4055-B5B7-68ED2457932D}" type="pres">
      <dgm:prSet presAssocID="{915D7418-A671-4F92-91ED-66AC04134D57}" presName="compNode" presStyleCnt="0"/>
      <dgm:spPr/>
    </dgm:pt>
    <dgm:pt modelId="{287C205F-2E27-42CC-A310-CA9F83EFE45A}" type="pres">
      <dgm:prSet presAssocID="{915D7418-A671-4F92-91ED-66AC04134D57}" presName="iconRect" presStyleLbl="node1" presStyleIdx="5" presStyleCnt="7" custLinFactNeighborX="-774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 List"/>
        </a:ext>
      </dgm:extLst>
    </dgm:pt>
    <dgm:pt modelId="{3980A47A-03B7-4E12-9307-E12AC6C70207}" type="pres">
      <dgm:prSet presAssocID="{915D7418-A671-4F92-91ED-66AC04134D57}" presName="spaceRect" presStyleCnt="0"/>
      <dgm:spPr/>
    </dgm:pt>
    <dgm:pt modelId="{882CAEEA-437B-4002-BA8B-1D3F05895E6B}" type="pres">
      <dgm:prSet presAssocID="{915D7418-A671-4F92-91ED-66AC04134D57}" presName="textRect" presStyleLbl="revTx" presStyleIdx="5" presStyleCnt="7" custLinFactNeighborX="-3486">
        <dgm:presLayoutVars>
          <dgm:chMax val="1"/>
          <dgm:chPref val="1"/>
        </dgm:presLayoutVars>
      </dgm:prSet>
      <dgm:spPr/>
    </dgm:pt>
    <dgm:pt modelId="{64C3DC70-BDFC-45CB-A252-CC99FBF01972}" type="pres">
      <dgm:prSet presAssocID="{9370F50E-10FE-4B99-83CA-527220919D6C}" presName="sibTrans" presStyleCnt="0"/>
      <dgm:spPr/>
    </dgm:pt>
    <dgm:pt modelId="{0A8B158F-856A-4632-B6ED-48323B202953}" type="pres">
      <dgm:prSet presAssocID="{396CD7D1-D8BB-4773-9A3A-292221EA831C}" presName="compNode" presStyleCnt="0"/>
      <dgm:spPr/>
    </dgm:pt>
    <dgm:pt modelId="{74737FEE-21A7-4F17-A5F6-A858547D2AED}" type="pres">
      <dgm:prSet presAssocID="{396CD7D1-D8BB-4773-9A3A-292221EA831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Workflow"/>
        </a:ext>
      </dgm:extLst>
    </dgm:pt>
    <dgm:pt modelId="{F3800D2F-2192-4035-827B-2F2CC6655BF3}" type="pres">
      <dgm:prSet presAssocID="{396CD7D1-D8BB-4773-9A3A-292221EA831C}" presName="spaceRect" presStyleCnt="0"/>
      <dgm:spPr/>
    </dgm:pt>
    <dgm:pt modelId="{95976077-292E-48B7-B5FF-EE229D31C0CF}" type="pres">
      <dgm:prSet presAssocID="{396CD7D1-D8BB-4773-9A3A-292221EA831C}" presName="textRect" presStyleLbl="revTx" presStyleIdx="6" presStyleCnt="7">
        <dgm:presLayoutVars>
          <dgm:chMax val="1"/>
          <dgm:chPref val="1"/>
        </dgm:presLayoutVars>
      </dgm:prSet>
      <dgm:spPr/>
    </dgm:pt>
  </dgm:ptLst>
  <dgm:cxnLst>
    <dgm:cxn modelId="{CB49FF0B-7114-4D72-9CBB-D4B2E9EB258E}" type="presOf" srcId="{9529822E-9253-4773-9C4A-493DB9E6E91B}" destId="{82D6731B-A50C-4DC4-870E-B1359563B2CB}" srcOrd="0" destOrd="0" presId="urn:microsoft.com/office/officeart/2018/2/layout/IconLabelList"/>
    <dgm:cxn modelId="{62184D33-4529-47CB-A5F3-1DC37A9A0ED2}" type="presOf" srcId="{60C678AB-6C6B-4555-B2BC-C4F9D9B132E7}" destId="{2E947793-6784-4C31-80A0-19AEB92FC81E}" srcOrd="0" destOrd="0" presId="urn:microsoft.com/office/officeart/2018/2/layout/IconLabelList"/>
    <dgm:cxn modelId="{A2165147-AB79-4FE8-B392-D32C202B7FD1}" srcId="{20F29210-69D4-459F-9192-FC91019ADAAA}" destId="{7B9185FD-EACB-41C4-A692-A9B9C669707E}" srcOrd="0" destOrd="0" parTransId="{F07D7E79-CDF6-4E6F-B623-2435CD45E6FB}" sibTransId="{CFA042CB-784F-4283-90A8-94C7B0520B04}"/>
    <dgm:cxn modelId="{371B204A-0144-4109-AADF-FC02BBF6FA2F}" srcId="{20F29210-69D4-459F-9192-FC91019ADAAA}" destId="{43F766E9-3805-4283-A673-2D87ED9E03E8}" srcOrd="1" destOrd="0" parTransId="{51AC2B57-53D9-4238-BF75-87671DED69FA}" sibTransId="{0C9EF90B-B176-4771-AD4E-59D0A3FC6728}"/>
    <dgm:cxn modelId="{08B0927A-A875-4892-9ABD-1D3331B2D0C7}" srcId="{20F29210-69D4-459F-9192-FC91019ADAAA}" destId="{396CD7D1-D8BB-4773-9A3A-292221EA831C}" srcOrd="6" destOrd="0" parTransId="{2568E4BD-4E25-4322-B1E0-6E9AA1C84134}" sibTransId="{EB4A9753-5987-49DB-BFAB-DE03D0B651FD}"/>
    <dgm:cxn modelId="{F95B7C7C-23BB-42E2-8EC7-9C02853F973E}" type="presOf" srcId="{43F766E9-3805-4283-A673-2D87ED9E03E8}" destId="{6061B166-81B7-42B0-B14F-B65C4B499B2F}" srcOrd="0" destOrd="0" presId="urn:microsoft.com/office/officeart/2018/2/layout/IconLabelList"/>
    <dgm:cxn modelId="{3EFB5E8A-F65B-4D36-8520-9EA2146FF6E5}" type="presOf" srcId="{915D7418-A671-4F92-91ED-66AC04134D57}" destId="{882CAEEA-437B-4002-BA8B-1D3F05895E6B}" srcOrd="0" destOrd="0" presId="urn:microsoft.com/office/officeart/2018/2/layout/IconLabelList"/>
    <dgm:cxn modelId="{A837D496-04FF-41DE-939F-701D0E602B09}" srcId="{20F29210-69D4-459F-9192-FC91019ADAAA}" destId="{9529822E-9253-4773-9C4A-493DB9E6E91B}" srcOrd="4" destOrd="0" parTransId="{CE01C14C-6727-4E0F-B2FA-C4424FDD5DBA}" sibTransId="{B9724E8C-2C20-40F2-9692-4FCAFF6A60EA}"/>
    <dgm:cxn modelId="{32F42AB5-1B3B-40B8-9682-43AC2447D86B}" type="presOf" srcId="{396CD7D1-D8BB-4773-9A3A-292221EA831C}" destId="{95976077-292E-48B7-B5FF-EE229D31C0CF}" srcOrd="0" destOrd="0" presId="urn:microsoft.com/office/officeart/2018/2/layout/IconLabelList"/>
    <dgm:cxn modelId="{41D3E2CA-90F6-4C4C-8931-5B6D30D7468A}" srcId="{20F29210-69D4-459F-9192-FC91019ADAAA}" destId="{5FA4287D-13C6-412A-8175-04B5F8ED2D91}" srcOrd="2" destOrd="0" parTransId="{177BA5D6-9866-44A4-A0F8-8A68292BCC61}" sibTransId="{A0C7F5F6-CD71-42B1-8712-D379318F1097}"/>
    <dgm:cxn modelId="{588596CE-6CC1-4407-9E90-7F73716CCCE6}" type="presOf" srcId="{20F29210-69D4-459F-9192-FC91019ADAAA}" destId="{DCA17D54-DC64-417A-A0C2-19A78844D55C}" srcOrd="0" destOrd="0" presId="urn:microsoft.com/office/officeart/2018/2/layout/IconLabelList"/>
    <dgm:cxn modelId="{26B9E1E8-EDA0-48A9-BDD0-6F15AF593DF9}" type="presOf" srcId="{5FA4287D-13C6-412A-8175-04B5F8ED2D91}" destId="{6117A877-D648-47AE-B4C8-12F9180D2275}" srcOrd="0" destOrd="0" presId="urn:microsoft.com/office/officeart/2018/2/layout/IconLabelList"/>
    <dgm:cxn modelId="{4670CCEB-5560-4846-9F9E-80FB89D02355}" srcId="{20F29210-69D4-459F-9192-FC91019ADAAA}" destId="{60C678AB-6C6B-4555-B2BC-C4F9D9B132E7}" srcOrd="3" destOrd="0" parTransId="{3BE18116-A2F1-4532-8DD5-52398E1EFD1A}" sibTransId="{7C70020F-57E6-4325-9736-111D137F7241}"/>
    <dgm:cxn modelId="{350BB5F9-8351-42E7-BA35-E0D40EF4E438}" type="presOf" srcId="{7B9185FD-EACB-41C4-A692-A9B9C669707E}" destId="{CD0E7B7E-3CBB-4D1E-B990-88B0E51B1581}" srcOrd="0" destOrd="0" presId="urn:microsoft.com/office/officeart/2018/2/layout/IconLabelList"/>
    <dgm:cxn modelId="{932C94FA-62E9-4F1A-A67D-AB11B446BB8D}" srcId="{20F29210-69D4-459F-9192-FC91019ADAAA}" destId="{915D7418-A671-4F92-91ED-66AC04134D57}" srcOrd="5" destOrd="0" parTransId="{ADDF2C08-805D-457B-811D-51035ECFA937}" sibTransId="{9370F50E-10FE-4B99-83CA-527220919D6C}"/>
    <dgm:cxn modelId="{B2A1FD2C-B020-4CF6-878D-A0EC797A1709}" type="presParOf" srcId="{DCA17D54-DC64-417A-A0C2-19A78844D55C}" destId="{069EA168-16AB-4926-ACFA-6E46FFD192CC}" srcOrd="0" destOrd="0" presId="urn:microsoft.com/office/officeart/2018/2/layout/IconLabelList"/>
    <dgm:cxn modelId="{B8ACDC95-1DD5-4B37-845D-3AA407A7982F}" type="presParOf" srcId="{069EA168-16AB-4926-ACFA-6E46FFD192CC}" destId="{FC08DBFA-DF7B-4802-801A-30D57F22593B}" srcOrd="0" destOrd="0" presId="urn:microsoft.com/office/officeart/2018/2/layout/IconLabelList"/>
    <dgm:cxn modelId="{A9E3B208-7672-4283-9A0C-76462D9A54D7}" type="presParOf" srcId="{069EA168-16AB-4926-ACFA-6E46FFD192CC}" destId="{444C93C6-47DD-4909-8AC3-AC9A55536D8C}" srcOrd="1" destOrd="0" presId="urn:microsoft.com/office/officeart/2018/2/layout/IconLabelList"/>
    <dgm:cxn modelId="{A97EF086-B92B-49F8-AE1C-134D08095B39}" type="presParOf" srcId="{069EA168-16AB-4926-ACFA-6E46FFD192CC}" destId="{CD0E7B7E-3CBB-4D1E-B990-88B0E51B1581}" srcOrd="2" destOrd="0" presId="urn:microsoft.com/office/officeart/2018/2/layout/IconLabelList"/>
    <dgm:cxn modelId="{32EA0D29-9887-4E8C-B611-9FBDB175641C}" type="presParOf" srcId="{DCA17D54-DC64-417A-A0C2-19A78844D55C}" destId="{7BC71351-E3E0-43B9-8E64-9E2CFE137865}" srcOrd="1" destOrd="0" presId="urn:microsoft.com/office/officeart/2018/2/layout/IconLabelList"/>
    <dgm:cxn modelId="{84C1037B-EC70-4D0A-8421-3EEB6211D80E}" type="presParOf" srcId="{DCA17D54-DC64-417A-A0C2-19A78844D55C}" destId="{18259017-2424-4132-861B-473DE1B6D3A4}" srcOrd="2" destOrd="0" presId="urn:microsoft.com/office/officeart/2018/2/layout/IconLabelList"/>
    <dgm:cxn modelId="{BE219C45-2FBA-4584-8EAE-4FBBF0F6049D}" type="presParOf" srcId="{18259017-2424-4132-861B-473DE1B6D3A4}" destId="{3FA4C41A-A78E-43CC-93FF-9721B33B64D4}" srcOrd="0" destOrd="0" presId="urn:microsoft.com/office/officeart/2018/2/layout/IconLabelList"/>
    <dgm:cxn modelId="{7492B700-00F4-477C-8D23-9F39523DAF87}" type="presParOf" srcId="{18259017-2424-4132-861B-473DE1B6D3A4}" destId="{4F9C8321-C5EE-44B6-9625-8818F174E79D}" srcOrd="1" destOrd="0" presId="urn:microsoft.com/office/officeart/2018/2/layout/IconLabelList"/>
    <dgm:cxn modelId="{7C6CD7C0-BBE0-4810-BAAC-1A8D4C54C85F}" type="presParOf" srcId="{18259017-2424-4132-861B-473DE1B6D3A4}" destId="{6061B166-81B7-42B0-B14F-B65C4B499B2F}" srcOrd="2" destOrd="0" presId="urn:microsoft.com/office/officeart/2018/2/layout/IconLabelList"/>
    <dgm:cxn modelId="{EF575C9D-D2F7-4AAB-B54F-6CFECC4D62E2}" type="presParOf" srcId="{DCA17D54-DC64-417A-A0C2-19A78844D55C}" destId="{CDFFF99A-63A8-4106-9D1C-397506B77205}" srcOrd="3" destOrd="0" presId="urn:microsoft.com/office/officeart/2018/2/layout/IconLabelList"/>
    <dgm:cxn modelId="{E72A7D0A-E8CB-41F5-ABBC-7E74B9EB09E4}" type="presParOf" srcId="{DCA17D54-DC64-417A-A0C2-19A78844D55C}" destId="{12049D18-004C-4F3A-AD55-93A5BB61C38D}" srcOrd="4" destOrd="0" presId="urn:microsoft.com/office/officeart/2018/2/layout/IconLabelList"/>
    <dgm:cxn modelId="{E9F84B7B-0D03-4EC1-9A09-B7E8EC6AA822}" type="presParOf" srcId="{12049D18-004C-4F3A-AD55-93A5BB61C38D}" destId="{CC907C8B-2BB2-4652-B2DB-CCA71F74D4F1}" srcOrd="0" destOrd="0" presId="urn:microsoft.com/office/officeart/2018/2/layout/IconLabelList"/>
    <dgm:cxn modelId="{EB4F452F-29B2-4489-A2D4-CE7EFAD10A24}" type="presParOf" srcId="{12049D18-004C-4F3A-AD55-93A5BB61C38D}" destId="{7C0F59F9-93E3-4D12-86F9-76F4D6F3FE8E}" srcOrd="1" destOrd="0" presId="urn:microsoft.com/office/officeart/2018/2/layout/IconLabelList"/>
    <dgm:cxn modelId="{F57CF4BE-2A92-49CB-AADC-A379BD5270B7}" type="presParOf" srcId="{12049D18-004C-4F3A-AD55-93A5BB61C38D}" destId="{6117A877-D648-47AE-B4C8-12F9180D2275}" srcOrd="2" destOrd="0" presId="urn:microsoft.com/office/officeart/2018/2/layout/IconLabelList"/>
    <dgm:cxn modelId="{B3F0CBB3-0138-4D75-BFB6-AD67D044D388}" type="presParOf" srcId="{DCA17D54-DC64-417A-A0C2-19A78844D55C}" destId="{E9BA78EC-F787-46D9-AFE7-43526D0D1E62}" srcOrd="5" destOrd="0" presId="urn:microsoft.com/office/officeart/2018/2/layout/IconLabelList"/>
    <dgm:cxn modelId="{3C5A6052-7606-4649-842E-CC1289FC5351}" type="presParOf" srcId="{DCA17D54-DC64-417A-A0C2-19A78844D55C}" destId="{16F1F4EB-4886-4742-8A73-BF0ED99EDF08}" srcOrd="6" destOrd="0" presId="urn:microsoft.com/office/officeart/2018/2/layout/IconLabelList"/>
    <dgm:cxn modelId="{DA4D56F5-6BFC-44BC-9C12-E854B3587624}" type="presParOf" srcId="{16F1F4EB-4886-4742-8A73-BF0ED99EDF08}" destId="{38428398-E084-4F7B-B400-A904C3FE7368}" srcOrd="0" destOrd="0" presId="urn:microsoft.com/office/officeart/2018/2/layout/IconLabelList"/>
    <dgm:cxn modelId="{FBA1875E-081D-493A-9241-9DED1027D321}" type="presParOf" srcId="{16F1F4EB-4886-4742-8A73-BF0ED99EDF08}" destId="{255501AA-C8A0-4FD7-93C0-7E643BE0CD00}" srcOrd="1" destOrd="0" presId="urn:microsoft.com/office/officeart/2018/2/layout/IconLabelList"/>
    <dgm:cxn modelId="{B9AEAA4F-383C-4420-9AD3-BE06F8512849}" type="presParOf" srcId="{16F1F4EB-4886-4742-8A73-BF0ED99EDF08}" destId="{2E947793-6784-4C31-80A0-19AEB92FC81E}" srcOrd="2" destOrd="0" presId="urn:microsoft.com/office/officeart/2018/2/layout/IconLabelList"/>
    <dgm:cxn modelId="{B5FBFD7F-2A0C-465A-97B4-639D63059407}" type="presParOf" srcId="{DCA17D54-DC64-417A-A0C2-19A78844D55C}" destId="{9DE08715-AD63-49FF-A3F9-71AF248512AE}" srcOrd="7" destOrd="0" presId="urn:microsoft.com/office/officeart/2018/2/layout/IconLabelList"/>
    <dgm:cxn modelId="{4D53C360-485F-491D-9CB9-0101355C4D6D}" type="presParOf" srcId="{DCA17D54-DC64-417A-A0C2-19A78844D55C}" destId="{B596203B-AB1F-4BD8-9E35-D0C846D7E60B}" srcOrd="8" destOrd="0" presId="urn:microsoft.com/office/officeart/2018/2/layout/IconLabelList"/>
    <dgm:cxn modelId="{C3157735-BD29-4BB7-8646-0175FB9758A8}" type="presParOf" srcId="{B596203B-AB1F-4BD8-9E35-D0C846D7E60B}" destId="{9CFDD305-9BAA-49AA-8CE8-3F1DE60F6BC1}" srcOrd="0" destOrd="0" presId="urn:microsoft.com/office/officeart/2018/2/layout/IconLabelList"/>
    <dgm:cxn modelId="{10307160-B38C-4558-A73F-D03CA75C1C33}" type="presParOf" srcId="{B596203B-AB1F-4BD8-9E35-D0C846D7E60B}" destId="{81A7D167-A2D9-4ADF-9CA8-7A68D5918C53}" srcOrd="1" destOrd="0" presId="urn:microsoft.com/office/officeart/2018/2/layout/IconLabelList"/>
    <dgm:cxn modelId="{1F2274BC-AAE5-4882-9B55-BBA0A8AA1505}" type="presParOf" srcId="{B596203B-AB1F-4BD8-9E35-D0C846D7E60B}" destId="{82D6731B-A50C-4DC4-870E-B1359563B2CB}" srcOrd="2" destOrd="0" presId="urn:microsoft.com/office/officeart/2018/2/layout/IconLabelList"/>
    <dgm:cxn modelId="{F22566CC-E633-49E7-A52D-1B23BCC06DEE}" type="presParOf" srcId="{DCA17D54-DC64-417A-A0C2-19A78844D55C}" destId="{492A0654-920D-43C0-B907-37B9BA07D364}" srcOrd="9" destOrd="0" presId="urn:microsoft.com/office/officeart/2018/2/layout/IconLabelList"/>
    <dgm:cxn modelId="{B2681358-5E1F-4694-A66B-E72AD8AE8DE0}" type="presParOf" srcId="{DCA17D54-DC64-417A-A0C2-19A78844D55C}" destId="{7AA96F66-315E-4055-B5B7-68ED2457932D}" srcOrd="10" destOrd="0" presId="urn:microsoft.com/office/officeart/2018/2/layout/IconLabelList"/>
    <dgm:cxn modelId="{F86AC0F5-632E-42A2-9F74-E8017C7329E9}" type="presParOf" srcId="{7AA96F66-315E-4055-B5B7-68ED2457932D}" destId="{287C205F-2E27-42CC-A310-CA9F83EFE45A}" srcOrd="0" destOrd="0" presId="urn:microsoft.com/office/officeart/2018/2/layout/IconLabelList"/>
    <dgm:cxn modelId="{5FD24E8E-DCE7-4BB6-B81C-CE2C1A34B162}" type="presParOf" srcId="{7AA96F66-315E-4055-B5B7-68ED2457932D}" destId="{3980A47A-03B7-4E12-9307-E12AC6C70207}" srcOrd="1" destOrd="0" presId="urn:microsoft.com/office/officeart/2018/2/layout/IconLabelList"/>
    <dgm:cxn modelId="{4D082AAF-8DE8-4D2B-A51D-76C0EAD0C941}" type="presParOf" srcId="{7AA96F66-315E-4055-B5B7-68ED2457932D}" destId="{882CAEEA-437B-4002-BA8B-1D3F05895E6B}" srcOrd="2" destOrd="0" presId="urn:microsoft.com/office/officeart/2018/2/layout/IconLabelList"/>
    <dgm:cxn modelId="{6DB79E97-1197-4867-9214-D939AC7E495C}" type="presParOf" srcId="{DCA17D54-DC64-417A-A0C2-19A78844D55C}" destId="{64C3DC70-BDFC-45CB-A252-CC99FBF01972}" srcOrd="11" destOrd="0" presId="urn:microsoft.com/office/officeart/2018/2/layout/IconLabelList"/>
    <dgm:cxn modelId="{A86F7C51-5D06-4745-87F8-8AA679FA1C08}" type="presParOf" srcId="{DCA17D54-DC64-417A-A0C2-19A78844D55C}" destId="{0A8B158F-856A-4632-B6ED-48323B202953}" srcOrd="12" destOrd="0" presId="urn:microsoft.com/office/officeart/2018/2/layout/IconLabelList"/>
    <dgm:cxn modelId="{F1C971B7-A657-4A31-868E-ACE499674681}" type="presParOf" srcId="{0A8B158F-856A-4632-B6ED-48323B202953}" destId="{74737FEE-21A7-4F17-A5F6-A858547D2AED}" srcOrd="0" destOrd="0" presId="urn:microsoft.com/office/officeart/2018/2/layout/IconLabelList"/>
    <dgm:cxn modelId="{EBA781F6-99BB-483F-8569-07DF7DA69266}" type="presParOf" srcId="{0A8B158F-856A-4632-B6ED-48323B202953}" destId="{F3800D2F-2192-4035-827B-2F2CC6655BF3}" srcOrd="1" destOrd="0" presId="urn:microsoft.com/office/officeart/2018/2/layout/IconLabelList"/>
    <dgm:cxn modelId="{ED45E84B-2549-4E02-9B0D-38D5AEFAAFFB}" type="presParOf" srcId="{0A8B158F-856A-4632-B6ED-48323B202953}" destId="{95976077-292E-48B7-B5FF-EE229D31C0C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1A0F0B-6942-4968-BF68-267EC80AAB41}"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A214FCAB-0DD4-4B97-8BC4-D199698783CF}">
      <dgm:prSet custT="1"/>
      <dgm:spPr/>
      <dgm:t>
        <a:bodyPr/>
        <a:lstStyle/>
        <a:p>
          <a:r>
            <a:rPr lang="en-US" sz="2000"/>
            <a:t>Identify the issue or task assigned, considering the function of the office, the staff's role, duties, and responsibilities. </a:t>
          </a:r>
        </a:p>
      </dgm:t>
    </dgm:pt>
    <dgm:pt modelId="{C0B53A75-5F4F-4D65-A8B0-B5D695808572}" type="parTrans" cxnId="{80DDA045-1DE8-440D-AF44-0B8E316A7B5A}">
      <dgm:prSet/>
      <dgm:spPr/>
      <dgm:t>
        <a:bodyPr/>
        <a:lstStyle/>
        <a:p>
          <a:endParaRPr lang="en-US" sz="2000"/>
        </a:p>
      </dgm:t>
    </dgm:pt>
    <dgm:pt modelId="{71DB9845-E27F-4BAE-AD53-11A0C316D5D2}" type="sibTrans" cxnId="{80DDA045-1DE8-440D-AF44-0B8E316A7B5A}">
      <dgm:prSet/>
      <dgm:spPr/>
      <dgm:t>
        <a:bodyPr/>
        <a:lstStyle/>
        <a:p>
          <a:endParaRPr lang="en-US" sz="2000"/>
        </a:p>
      </dgm:t>
    </dgm:pt>
    <dgm:pt modelId="{80227411-C1A4-4058-8AFB-FF7B163AD63C}">
      <dgm:prSet custT="1"/>
      <dgm:spPr/>
      <dgm:t>
        <a:bodyPr/>
        <a:lstStyle/>
        <a:p>
          <a:r>
            <a:rPr lang="en-US" sz="2000"/>
            <a:t>Determine the stakeholders affected by the issue or task, including their interests, concerns, and perspectives. </a:t>
          </a:r>
        </a:p>
      </dgm:t>
    </dgm:pt>
    <dgm:pt modelId="{1F5A4B3E-1462-436B-8058-2489640CC8A5}" type="parTrans" cxnId="{6AAA7CF7-C621-42F0-8355-01A47CE17DF2}">
      <dgm:prSet/>
      <dgm:spPr/>
      <dgm:t>
        <a:bodyPr/>
        <a:lstStyle/>
        <a:p>
          <a:endParaRPr lang="en-US" sz="2000"/>
        </a:p>
      </dgm:t>
    </dgm:pt>
    <dgm:pt modelId="{DD483626-662C-4FD2-AAEF-D2E2E12C577B}" type="sibTrans" cxnId="{6AAA7CF7-C621-42F0-8355-01A47CE17DF2}">
      <dgm:prSet/>
      <dgm:spPr/>
      <dgm:t>
        <a:bodyPr/>
        <a:lstStyle/>
        <a:p>
          <a:endParaRPr lang="en-US" sz="2000"/>
        </a:p>
      </dgm:t>
    </dgm:pt>
    <dgm:pt modelId="{6600BA3D-86AF-4E05-AC4D-0AE3EECC75B5}">
      <dgm:prSet custT="1"/>
      <dgm:spPr/>
      <dgm:t>
        <a:bodyPr/>
        <a:lstStyle/>
        <a:p>
          <a:r>
            <a:rPr lang="en-US" sz="2000"/>
            <a:t>Examine the internal and external factors influencing the issue or task, such as political, economic, social, technological, and environmental aspects. </a:t>
          </a:r>
        </a:p>
      </dgm:t>
    </dgm:pt>
    <dgm:pt modelId="{7ACC1349-11CE-4BEC-96A1-D6521D04DFED}" type="parTrans" cxnId="{0095BF8D-A60E-4BCB-90CD-948A62A38DEC}">
      <dgm:prSet/>
      <dgm:spPr/>
      <dgm:t>
        <a:bodyPr/>
        <a:lstStyle/>
        <a:p>
          <a:endParaRPr lang="en-US" sz="2000"/>
        </a:p>
      </dgm:t>
    </dgm:pt>
    <dgm:pt modelId="{36848A42-7B15-440C-BE60-6496DCFBE639}" type="sibTrans" cxnId="{0095BF8D-A60E-4BCB-90CD-948A62A38DEC}">
      <dgm:prSet/>
      <dgm:spPr/>
      <dgm:t>
        <a:bodyPr/>
        <a:lstStyle/>
        <a:p>
          <a:endParaRPr lang="en-US" sz="2000"/>
        </a:p>
      </dgm:t>
    </dgm:pt>
    <dgm:pt modelId="{AE9ADCE9-A33C-48AF-BD77-C6129E2B9A16}">
      <dgm:prSet custT="1"/>
      <dgm:spPr/>
      <dgm:t>
        <a:bodyPr/>
        <a:lstStyle/>
        <a:p>
          <a:r>
            <a:rPr lang="en-US" sz="2000"/>
            <a:t>Review existing laws, policies, guidelines, and regulations related to the issue or task. </a:t>
          </a:r>
        </a:p>
      </dgm:t>
    </dgm:pt>
    <dgm:pt modelId="{D83435BE-CB6A-46E8-914B-0B20BDCFF4FA}" type="parTrans" cxnId="{18EC672E-8186-4F73-88DD-4496D60977A3}">
      <dgm:prSet/>
      <dgm:spPr/>
      <dgm:t>
        <a:bodyPr/>
        <a:lstStyle/>
        <a:p>
          <a:endParaRPr lang="en-US" sz="2000"/>
        </a:p>
      </dgm:t>
    </dgm:pt>
    <dgm:pt modelId="{4C7A88F5-4160-493E-A0AE-7E28E7B29622}" type="sibTrans" cxnId="{18EC672E-8186-4F73-88DD-4496D60977A3}">
      <dgm:prSet/>
      <dgm:spPr/>
      <dgm:t>
        <a:bodyPr/>
        <a:lstStyle/>
        <a:p>
          <a:endParaRPr lang="en-US" sz="2000"/>
        </a:p>
      </dgm:t>
    </dgm:pt>
    <dgm:pt modelId="{D80C301A-170E-4847-A507-E866998D1445}">
      <dgm:prSet custT="1"/>
      <dgm:spPr/>
      <dgm:t>
        <a:bodyPr/>
        <a:lstStyle/>
        <a:p>
          <a:r>
            <a:rPr lang="en-US" sz="2000"/>
            <a:t>Gather preliminary data and information to establish a foundation for further analysis.</a:t>
          </a:r>
        </a:p>
      </dgm:t>
    </dgm:pt>
    <dgm:pt modelId="{B5A1FFBA-232D-4D6D-A730-F2705165CA42}" type="parTrans" cxnId="{64B0058E-31F0-4DE6-8B46-A9065A29BD37}">
      <dgm:prSet/>
      <dgm:spPr/>
      <dgm:t>
        <a:bodyPr/>
        <a:lstStyle/>
        <a:p>
          <a:endParaRPr lang="en-US" sz="2000"/>
        </a:p>
      </dgm:t>
    </dgm:pt>
    <dgm:pt modelId="{B22F26CE-32E0-44CF-B90F-E7C0EABB59F9}" type="sibTrans" cxnId="{64B0058E-31F0-4DE6-8B46-A9065A29BD37}">
      <dgm:prSet/>
      <dgm:spPr/>
      <dgm:t>
        <a:bodyPr/>
        <a:lstStyle/>
        <a:p>
          <a:endParaRPr lang="en-US" sz="2000"/>
        </a:p>
      </dgm:t>
    </dgm:pt>
    <dgm:pt modelId="{7C293A27-B7C2-4FBC-B93D-5F7DC0089E3F}" type="pres">
      <dgm:prSet presAssocID="{BB1A0F0B-6942-4968-BF68-267EC80AAB41}" presName="root" presStyleCnt="0">
        <dgm:presLayoutVars>
          <dgm:dir/>
          <dgm:resizeHandles val="exact"/>
        </dgm:presLayoutVars>
      </dgm:prSet>
      <dgm:spPr/>
    </dgm:pt>
    <dgm:pt modelId="{739E3F0C-968B-4A91-81F2-6CFC1C0A2808}" type="pres">
      <dgm:prSet presAssocID="{A214FCAB-0DD4-4B97-8BC4-D199698783CF}" presName="compNode" presStyleCnt="0"/>
      <dgm:spPr/>
    </dgm:pt>
    <dgm:pt modelId="{91B6E640-907A-4CB4-9061-179CE8AAD233}" type="pres">
      <dgm:prSet presAssocID="{A214FCAB-0DD4-4B97-8BC4-D199698783CF}" presName="bgRect" presStyleLbl="bgShp" presStyleIdx="0" presStyleCnt="5"/>
      <dgm:spPr/>
    </dgm:pt>
    <dgm:pt modelId="{4B0BC783-AF91-49A0-A3C9-D6B3D5CC36AA}" type="pres">
      <dgm:prSet presAssocID="{A214FCAB-0DD4-4B97-8BC4-D199698783C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5175B925-7445-4EEE-B4B9-002BB0243F0B}" type="pres">
      <dgm:prSet presAssocID="{A214FCAB-0DD4-4B97-8BC4-D199698783CF}" presName="spaceRect" presStyleCnt="0"/>
      <dgm:spPr/>
    </dgm:pt>
    <dgm:pt modelId="{657C4AAC-6A72-4C89-847B-E4A368D81206}" type="pres">
      <dgm:prSet presAssocID="{A214FCAB-0DD4-4B97-8BC4-D199698783CF}" presName="parTx" presStyleLbl="revTx" presStyleIdx="0" presStyleCnt="5">
        <dgm:presLayoutVars>
          <dgm:chMax val="0"/>
          <dgm:chPref val="0"/>
        </dgm:presLayoutVars>
      </dgm:prSet>
      <dgm:spPr/>
    </dgm:pt>
    <dgm:pt modelId="{3F3C6A75-119E-4CDA-B4C3-21D98D2FF3B8}" type="pres">
      <dgm:prSet presAssocID="{71DB9845-E27F-4BAE-AD53-11A0C316D5D2}" presName="sibTrans" presStyleCnt="0"/>
      <dgm:spPr/>
    </dgm:pt>
    <dgm:pt modelId="{C196FBF2-8795-465D-B91A-BE52C1135F2B}" type="pres">
      <dgm:prSet presAssocID="{80227411-C1A4-4058-8AFB-FF7B163AD63C}" presName="compNode" presStyleCnt="0"/>
      <dgm:spPr/>
    </dgm:pt>
    <dgm:pt modelId="{2C62D7BC-ECBE-43A6-BCD2-7F8226CEFA01}" type="pres">
      <dgm:prSet presAssocID="{80227411-C1A4-4058-8AFB-FF7B163AD63C}" presName="bgRect" presStyleLbl="bgShp" presStyleIdx="1" presStyleCnt="5"/>
      <dgm:spPr>
        <a:xfrm>
          <a:off x="0" y="909803"/>
          <a:ext cx="10515600" cy="725119"/>
        </a:xfrm>
        <a:prstGeom prst="roundRect">
          <a:avLst>
            <a:gd name="adj" fmla="val 10000"/>
          </a:avLst>
        </a:prstGeom>
        <a:solidFill>
          <a:srgbClr val="196B24">
            <a:hueOff val="0"/>
            <a:satOff val="0"/>
            <a:lumOff val="0"/>
            <a:alphaOff val="0"/>
          </a:srgbClr>
        </a:solidFill>
        <a:ln>
          <a:noFill/>
        </a:ln>
        <a:effectLst/>
      </dgm:spPr>
    </dgm:pt>
    <dgm:pt modelId="{FF14BF95-2D62-49F1-B462-53564C4478B9}" type="pres">
      <dgm:prSet presAssocID="{80227411-C1A4-4058-8AFB-FF7B163AD63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AB1A8D34-B978-4D70-AB66-121316F2B095}" type="pres">
      <dgm:prSet presAssocID="{80227411-C1A4-4058-8AFB-FF7B163AD63C}" presName="spaceRect" presStyleCnt="0"/>
      <dgm:spPr/>
    </dgm:pt>
    <dgm:pt modelId="{18331222-F8FA-4AB0-A0FA-FE49C5B067B2}" type="pres">
      <dgm:prSet presAssocID="{80227411-C1A4-4058-8AFB-FF7B163AD63C}" presName="parTx" presStyleLbl="revTx" presStyleIdx="1" presStyleCnt="5">
        <dgm:presLayoutVars>
          <dgm:chMax val="0"/>
          <dgm:chPref val="0"/>
        </dgm:presLayoutVars>
      </dgm:prSet>
      <dgm:spPr/>
    </dgm:pt>
    <dgm:pt modelId="{2F3A14B8-1F71-4963-92A4-A5575DDA1009}" type="pres">
      <dgm:prSet presAssocID="{DD483626-662C-4FD2-AAEF-D2E2E12C577B}" presName="sibTrans" presStyleCnt="0"/>
      <dgm:spPr/>
    </dgm:pt>
    <dgm:pt modelId="{CE38E188-537B-4E81-8BBD-35CFA2E88709}" type="pres">
      <dgm:prSet presAssocID="{6600BA3D-86AF-4E05-AC4D-0AE3EECC75B5}" presName="compNode" presStyleCnt="0"/>
      <dgm:spPr/>
    </dgm:pt>
    <dgm:pt modelId="{74658700-6E8B-40C2-B748-DC285D3FC25B}" type="pres">
      <dgm:prSet presAssocID="{6600BA3D-86AF-4E05-AC4D-0AE3EECC75B5}" presName="bgRect" presStyleLbl="bgShp" presStyleIdx="2" presStyleCnt="5"/>
      <dgm:spPr>
        <a:xfrm>
          <a:off x="0" y="1816202"/>
          <a:ext cx="10515600" cy="725119"/>
        </a:xfrm>
        <a:prstGeom prst="roundRect">
          <a:avLst>
            <a:gd name="adj" fmla="val 10000"/>
          </a:avLst>
        </a:prstGeom>
        <a:solidFill>
          <a:srgbClr val="0F9ED5">
            <a:hueOff val="0"/>
            <a:satOff val="0"/>
            <a:lumOff val="0"/>
            <a:alphaOff val="0"/>
          </a:srgbClr>
        </a:solidFill>
        <a:ln>
          <a:noFill/>
        </a:ln>
        <a:effectLst/>
      </dgm:spPr>
    </dgm:pt>
    <dgm:pt modelId="{D8D83AE3-1754-4A5D-800A-AB3A634F814B}" type="pres">
      <dgm:prSet presAssocID="{6600BA3D-86AF-4E05-AC4D-0AE3EECC75B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a:ext>
      </dgm:extLst>
    </dgm:pt>
    <dgm:pt modelId="{CA91A129-4DEF-41E3-A7A0-CA105EA7F861}" type="pres">
      <dgm:prSet presAssocID="{6600BA3D-86AF-4E05-AC4D-0AE3EECC75B5}" presName="spaceRect" presStyleCnt="0"/>
      <dgm:spPr/>
    </dgm:pt>
    <dgm:pt modelId="{D8297273-26AC-4C4C-80BD-607113C6E089}" type="pres">
      <dgm:prSet presAssocID="{6600BA3D-86AF-4E05-AC4D-0AE3EECC75B5}" presName="parTx" presStyleLbl="revTx" presStyleIdx="2" presStyleCnt="5">
        <dgm:presLayoutVars>
          <dgm:chMax val="0"/>
          <dgm:chPref val="0"/>
        </dgm:presLayoutVars>
      </dgm:prSet>
      <dgm:spPr/>
    </dgm:pt>
    <dgm:pt modelId="{285530CA-FEC3-424C-B736-43D3746E3B1B}" type="pres">
      <dgm:prSet presAssocID="{36848A42-7B15-440C-BE60-6496DCFBE639}" presName="sibTrans" presStyleCnt="0"/>
      <dgm:spPr/>
    </dgm:pt>
    <dgm:pt modelId="{CB5BA2A9-1AEB-4273-9835-0B933BC42AFC}" type="pres">
      <dgm:prSet presAssocID="{AE9ADCE9-A33C-48AF-BD77-C6129E2B9A16}" presName="compNode" presStyleCnt="0"/>
      <dgm:spPr/>
    </dgm:pt>
    <dgm:pt modelId="{A8EBC081-14E1-4E45-89FA-53F20F88F400}" type="pres">
      <dgm:prSet presAssocID="{AE9ADCE9-A33C-48AF-BD77-C6129E2B9A16}" presName="bgRect" presStyleLbl="bgShp" presStyleIdx="3" presStyleCnt="5"/>
      <dgm:spPr>
        <a:xfrm>
          <a:off x="0" y="2722601"/>
          <a:ext cx="10515600" cy="725119"/>
        </a:xfrm>
        <a:prstGeom prst="roundRect">
          <a:avLst>
            <a:gd name="adj" fmla="val 10000"/>
          </a:avLst>
        </a:prstGeom>
        <a:solidFill>
          <a:srgbClr val="A02B93">
            <a:hueOff val="0"/>
            <a:satOff val="0"/>
            <a:lumOff val="0"/>
            <a:alphaOff val="0"/>
          </a:srgbClr>
        </a:solidFill>
        <a:ln>
          <a:noFill/>
        </a:ln>
        <a:effectLst/>
      </dgm:spPr>
    </dgm:pt>
    <dgm:pt modelId="{4DBD6EB6-A4A8-4DF2-B743-B19F157AF111}" type="pres">
      <dgm:prSet presAssocID="{AE9ADCE9-A33C-48AF-BD77-C6129E2B9A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F6A4FCEF-3DAA-4372-AAD4-38766FDBF204}" type="pres">
      <dgm:prSet presAssocID="{AE9ADCE9-A33C-48AF-BD77-C6129E2B9A16}" presName="spaceRect" presStyleCnt="0"/>
      <dgm:spPr/>
    </dgm:pt>
    <dgm:pt modelId="{F2E558CC-46D4-4CFC-8F80-766742371B5B}" type="pres">
      <dgm:prSet presAssocID="{AE9ADCE9-A33C-48AF-BD77-C6129E2B9A16}" presName="parTx" presStyleLbl="revTx" presStyleIdx="3" presStyleCnt="5">
        <dgm:presLayoutVars>
          <dgm:chMax val="0"/>
          <dgm:chPref val="0"/>
        </dgm:presLayoutVars>
      </dgm:prSet>
      <dgm:spPr/>
    </dgm:pt>
    <dgm:pt modelId="{24F4C861-3904-4796-89E0-67A449105E37}" type="pres">
      <dgm:prSet presAssocID="{4C7A88F5-4160-493E-A0AE-7E28E7B29622}" presName="sibTrans" presStyleCnt="0"/>
      <dgm:spPr/>
    </dgm:pt>
    <dgm:pt modelId="{ED8CDAE0-9796-4F13-B97A-A5B9FA125855}" type="pres">
      <dgm:prSet presAssocID="{D80C301A-170E-4847-A507-E866998D1445}" presName="compNode" presStyleCnt="0"/>
      <dgm:spPr/>
    </dgm:pt>
    <dgm:pt modelId="{5D50E8DC-149B-40DE-8D16-97E656E5DA79}" type="pres">
      <dgm:prSet presAssocID="{D80C301A-170E-4847-A507-E866998D1445}" presName="bgRect" presStyleLbl="bgShp" presStyleIdx="4" presStyleCnt="5"/>
      <dgm:spPr>
        <a:xfrm>
          <a:off x="0" y="3629000"/>
          <a:ext cx="10515600" cy="725119"/>
        </a:xfrm>
        <a:prstGeom prst="roundRect">
          <a:avLst>
            <a:gd name="adj" fmla="val 10000"/>
          </a:avLst>
        </a:prstGeom>
        <a:solidFill>
          <a:srgbClr val="4EA72E">
            <a:hueOff val="0"/>
            <a:satOff val="0"/>
            <a:lumOff val="0"/>
            <a:alphaOff val="0"/>
          </a:srgbClr>
        </a:solidFill>
        <a:ln>
          <a:noFill/>
        </a:ln>
        <a:effectLst/>
      </dgm:spPr>
    </dgm:pt>
    <dgm:pt modelId="{4C830B6E-11DC-47E1-9526-F548BF43F1B2}" type="pres">
      <dgm:prSet presAssocID="{D80C301A-170E-4847-A507-E866998D144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C376DC1D-0DE3-4C31-B45F-89D2256B0759}" type="pres">
      <dgm:prSet presAssocID="{D80C301A-170E-4847-A507-E866998D1445}" presName="spaceRect" presStyleCnt="0"/>
      <dgm:spPr/>
    </dgm:pt>
    <dgm:pt modelId="{B6BD6753-42AA-43A3-8565-0008AA14AB7A}" type="pres">
      <dgm:prSet presAssocID="{D80C301A-170E-4847-A507-E866998D1445}" presName="parTx" presStyleLbl="revTx" presStyleIdx="4" presStyleCnt="5">
        <dgm:presLayoutVars>
          <dgm:chMax val="0"/>
          <dgm:chPref val="0"/>
        </dgm:presLayoutVars>
      </dgm:prSet>
      <dgm:spPr/>
    </dgm:pt>
  </dgm:ptLst>
  <dgm:cxnLst>
    <dgm:cxn modelId="{74903027-761B-40CE-AF89-197832E7476D}" type="presOf" srcId="{BB1A0F0B-6942-4968-BF68-267EC80AAB41}" destId="{7C293A27-B7C2-4FBC-B93D-5F7DC0089E3F}" srcOrd="0" destOrd="0" presId="urn:microsoft.com/office/officeart/2018/2/layout/IconVerticalSolidList"/>
    <dgm:cxn modelId="{18EC672E-8186-4F73-88DD-4496D60977A3}" srcId="{BB1A0F0B-6942-4968-BF68-267EC80AAB41}" destId="{AE9ADCE9-A33C-48AF-BD77-C6129E2B9A16}" srcOrd="3" destOrd="0" parTransId="{D83435BE-CB6A-46E8-914B-0B20BDCFF4FA}" sibTransId="{4C7A88F5-4160-493E-A0AE-7E28E7B29622}"/>
    <dgm:cxn modelId="{4A3D715B-85EF-4AE1-A25F-529A233E112B}" type="presOf" srcId="{6600BA3D-86AF-4E05-AC4D-0AE3EECC75B5}" destId="{D8297273-26AC-4C4C-80BD-607113C6E089}" srcOrd="0" destOrd="0" presId="urn:microsoft.com/office/officeart/2018/2/layout/IconVerticalSolidList"/>
    <dgm:cxn modelId="{80DDA045-1DE8-440D-AF44-0B8E316A7B5A}" srcId="{BB1A0F0B-6942-4968-BF68-267EC80AAB41}" destId="{A214FCAB-0DD4-4B97-8BC4-D199698783CF}" srcOrd="0" destOrd="0" parTransId="{C0B53A75-5F4F-4D65-A8B0-B5D695808572}" sibTransId="{71DB9845-E27F-4BAE-AD53-11A0C316D5D2}"/>
    <dgm:cxn modelId="{0095BF8D-A60E-4BCB-90CD-948A62A38DEC}" srcId="{BB1A0F0B-6942-4968-BF68-267EC80AAB41}" destId="{6600BA3D-86AF-4E05-AC4D-0AE3EECC75B5}" srcOrd="2" destOrd="0" parTransId="{7ACC1349-11CE-4BEC-96A1-D6521D04DFED}" sibTransId="{36848A42-7B15-440C-BE60-6496DCFBE639}"/>
    <dgm:cxn modelId="{64B0058E-31F0-4DE6-8B46-A9065A29BD37}" srcId="{BB1A0F0B-6942-4968-BF68-267EC80AAB41}" destId="{D80C301A-170E-4847-A507-E866998D1445}" srcOrd="4" destOrd="0" parTransId="{B5A1FFBA-232D-4D6D-A730-F2705165CA42}" sibTransId="{B22F26CE-32E0-44CF-B90F-E7C0EABB59F9}"/>
    <dgm:cxn modelId="{BD6DD5CB-D2DC-442C-8DE1-49EF4EE71FE9}" type="presOf" srcId="{A214FCAB-0DD4-4B97-8BC4-D199698783CF}" destId="{657C4AAC-6A72-4C89-847B-E4A368D81206}" srcOrd="0" destOrd="0" presId="urn:microsoft.com/office/officeart/2018/2/layout/IconVerticalSolidList"/>
    <dgm:cxn modelId="{DE4C97D7-E02D-4163-9EBA-BE5A47230B12}" type="presOf" srcId="{D80C301A-170E-4847-A507-E866998D1445}" destId="{B6BD6753-42AA-43A3-8565-0008AA14AB7A}" srcOrd="0" destOrd="0" presId="urn:microsoft.com/office/officeart/2018/2/layout/IconVerticalSolidList"/>
    <dgm:cxn modelId="{A1ECB7EB-97FF-44EC-B886-4022EF1E041A}" type="presOf" srcId="{AE9ADCE9-A33C-48AF-BD77-C6129E2B9A16}" destId="{F2E558CC-46D4-4CFC-8F80-766742371B5B}" srcOrd="0" destOrd="0" presId="urn:microsoft.com/office/officeart/2018/2/layout/IconVerticalSolidList"/>
    <dgm:cxn modelId="{6AAA7CF7-C621-42F0-8355-01A47CE17DF2}" srcId="{BB1A0F0B-6942-4968-BF68-267EC80AAB41}" destId="{80227411-C1A4-4058-8AFB-FF7B163AD63C}" srcOrd="1" destOrd="0" parTransId="{1F5A4B3E-1462-436B-8058-2489640CC8A5}" sibTransId="{DD483626-662C-4FD2-AAEF-D2E2E12C577B}"/>
    <dgm:cxn modelId="{C959B9F8-6ED6-4610-8E44-8ED05227E9AB}" type="presOf" srcId="{80227411-C1A4-4058-8AFB-FF7B163AD63C}" destId="{18331222-F8FA-4AB0-A0FA-FE49C5B067B2}" srcOrd="0" destOrd="0" presId="urn:microsoft.com/office/officeart/2018/2/layout/IconVerticalSolidList"/>
    <dgm:cxn modelId="{F1F5047D-D2D5-4120-90DE-10E92AD346E7}" type="presParOf" srcId="{7C293A27-B7C2-4FBC-B93D-5F7DC0089E3F}" destId="{739E3F0C-968B-4A91-81F2-6CFC1C0A2808}" srcOrd="0" destOrd="0" presId="urn:microsoft.com/office/officeart/2018/2/layout/IconVerticalSolidList"/>
    <dgm:cxn modelId="{E9854870-AFCD-4CEB-A23C-E730FC5666BB}" type="presParOf" srcId="{739E3F0C-968B-4A91-81F2-6CFC1C0A2808}" destId="{91B6E640-907A-4CB4-9061-179CE8AAD233}" srcOrd="0" destOrd="0" presId="urn:microsoft.com/office/officeart/2018/2/layout/IconVerticalSolidList"/>
    <dgm:cxn modelId="{A26C2280-2FED-40CD-B72E-03DFD8147584}" type="presParOf" srcId="{739E3F0C-968B-4A91-81F2-6CFC1C0A2808}" destId="{4B0BC783-AF91-49A0-A3C9-D6B3D5CC36AA}" srcOrd="1" destOrd="0" presId="urn:microsoft.com/office/officeart/2018/2/layout/IconVerticalSolidList"/>
    <dgm:cxn modelId="{1DDF5055-74C6-4780-B88F-2144EC5E070D}" type="presParOf" srcId="{739E3F0C-968B-4A91-81F2-6CFC1C0A2808}" destId="{5175B925-7445-4EEE-B4B9-002BB0243F0B}" srcOrd="2" destOrd="0" presId="urn:microsoft.com/office/officeart/2018/2/layout/IconVerticalSolidList"/>
    <dgm:cxn modelId="{226B73D5-B883-42D0-811C-31904DDEB87F}" type="presParOf" srcId="{739E3F0C-968B-4A91-81F2-6CFC1C0A2808}" destId="{657C4AAC-6A72-4C89-847B-E4A368D81206}" srcOrd="3" destOrd="0" presId="urn:microsoft.com/office/officeart/2018/2/layout/IconVerticalSolidList"/>
    <dgm:cxn modelId="{17F346D0-75C0-4F9E-9E38-C6982F9658BC}" type="presParOf" srcId="{7C293A27-B7C2-4FBC-B93D-5F7DC0089E3F}" destId="{3F3C6A75-119E-4CDA-B4C3-21D98D2FF3B8}" srcOrd="1" destOrd="0" presId="urn:microsoft.com/office/officeart/2018/2/layout/IconVerticalSolidList"/>
    <dgm:cxn modelId="{9451CA83-027F-4192-9443-625E014CED39}" type="presParOf" srcId="{7C293A27-B7C2-4FBC-B93D-5F7DC0089E3F}" destId="{C196FBF2-8795-465D-B91A-BE52C1135F2B}" srcOrd="2" destOrd="0" presId="urn:microsoft.com/office/officeart/2018/2/layout/IconVerticalSolidList"/>
    <dgm:cxn modelId="{3710EDE1-D2A6-4BA6-84DA-581C3D8436CD}" type="presParOf" srcId="{C196FBF2-8795-465D-B91A-BE52C1135F2B}" destId="{2C62D7BC-ECBE-43A6-BCD2-7F8226CEFA01}" srcOrd="0" destOrd="0" presId="urn:microsoft.com/office/officeart/2018/2/layout/IconVerticalSolidList"/>
    <dgm:cxn modelId="{B23B8BF8-1979-4AF1-B5A3-90C6D1AC4968}" type="presParOf" srcId="{C196FBF2-8795-465D-B91A-BE52C1135F2B}" destId="{FF14BF95-2D62-49F1-B462-53564C4478B9}" srcOrd="1" destOrd="0" presId="urn:microsoft.com/office/officeart/2018/2/layout/IconVerticalSolidList"/>
    <dgm:cxn modelId="{90E2CB80-29DD-4E5B-B532-8C9483C57C2B}" type="presParOf" srcId="{C196FBF2-8795-465D-B91A-BE52C1135F2B}" destId="{AB1A8D34-B978-4D70-AB66-121316F2B095}" srcOrd="2" destOrd="0" presId="urn:microsoft.com/office/officeart/2018/2/layout/IconVerticalSolidList"/>
    <dgm:cxn modelId="{76553031-1EF0-4EDD-B50D-8AA21D05D6E2}" type="presParOf" srcId="{C196FBF2-8795-465D-B91A-BE52C1135F2B}" destId="{18331222-F8FA-4AB0-A0FA-FE49C5B067B2}" srcOrd="3" destOrd="0" presId="urn:microsoft.com/office/officeart/2018/2/layout/IconVerticalSolidList"/>
    <dgm:cxn modelId="{1358BFD3-112B-4BDB-9AA5-2E94CD1E7D02}" type="presParOf" srcId="{7C293A27-B7C2-4FBC-B93D-5F7DC0089E3F}" destId="{2F3A14B8-1F71-4963-92A4-A5575DDA1009}" srcOrd="3" destOrd="0" presId="urn:microsoft.com/office/officeart/2018/2/layout/IconVerticalSolidList"/>
    <dgm:cxn modelId="{6C3FB03C-E588-46E9-B756-D6A6E1BAB562}" type="presParOf" srcId="{7C293A27-B7C2-4FBC-B93D-5F7DC0089E3F}" destId="{CE38E188-537B-4E81-8BBD-35CFA2E88709}" srcOrd="4" destOrd="0" presId="urn:microsoft.com/office/officeart/2018/2/layout/IconVerticalSolidList"/>
    <dgm:cxn modelId="{29061351-DC49-467F-8477-67628465E577}" type="presParOf" srcId="{CE38E188-537B-4E81-8BBD-35CFA2E88709}" destId="{74658700-6E8B-40C2-B748-DC285D3FC25B}" srcOrd="0" destOrd="0" presId="urn:microsoft.com/office/officeart/2018/2/layout/IconVerticalSolidList"/>
    <dgm:cxn modelId="{49F96986-B28A-4F5F-B5A7-02BAC13B25C2}" type="presParOf" srcId="{CE38E188-537B-4E81-8BBD-35CFA2E88709}" destId="{D8D83AE3-1754-4A5D-800A-AB3A634F814B}" srcOrd="1" destOrd="0" presId="urn:microsoft.com/office/officeart/2018/2/layout/IconVerticalSolidList"/>
    <dgm:cxn modelId="{83BD6982-BCD5-4710-ABDE-0ED97A5761FC}" type="presParOf" srcId="{CE38E188-537B-4E81-8BBD-35CFA2E88709}" destId="{CA91A129-4DEF-41E3-A7A0-CA105EA7F861}" srcOrd="2" destOrd="0" presId="urn:microsoft.com/office/officeart/2018/2/layout/IconVerticalSolidList"/>
    <dgm:cxn modelId="{11F774E4-3D09-401E-9A8A-709F6CF3AFB6}" type="presParOf" srcId="{CE38E188-537B-4E81-8BBD-35CFA2E88709}" destId="{D8297273-26AC-4C4C-80BD-607113C6E089}" srcOrd="3" destOrd="0" presId="urn:microsoft.com/office/officeart/2018/2/layout/IconVerticalSolidList"/>
    <dgm:cxn modelId="{B7FCB83D-153E-411F-91ED-60DF781A4706}" type="presParOf" srcId="{7C293A27-B7C2-4FBC-B93D-5F7DC0089E3F}" destId="{285530CA-FEC3-424C-B736-43D3746E3B1B}" srcOrd="5" destOrd="0" presId="urn:microsoft.com/office/officeart/2018/2/layout/IconVerticalSolidList"/>
    <dgm:cxn modelId="{CE7F1DDE-4C5C-4050-AE5B-FB97038BD801}" type="presParOf" srcId="{7C293A27-B7C2-4FBC-B93D-5F7DC0089E3F}" destId="{CB5BA2A9-1AEB-4273-9835-0B933BC42AFC}" srcOrd="6" destOrd="0" presId="urn:microsoft.com/office/officeart/2018/2/layout/IconVerticalSolidList"/>
    <dgm:cxn modelId="{6BA3FA69-7FD9-4826-AB88-5DA09BA67ABD}" type="presParOf" srcId="{CB5BA2A9-1AEB-4273-9835-0B933BC42AFC}" destId="{A8EBC081-14E1-4E45-89FA-53F20F88F400}" srcOrd="0" destOrd="0" presId="urn:microsoft.com/office/officeart/2018/2/layout/IconVerticalSolidList"/>
    <dgm:cxn modelId="{3573B068-8C46-442D-9C27-97EB776D2317}" type="presParOf" srcId="{CB5BA2A9-1AEB-4273-9835-0B933BC42AFC}" destId="{4DBD6EB6-A4A8-4DF2-B743-B19F157AF111}" srcOrd="1" destOrd="0" presId="urn:microsoft.com/office/officeart/2018/2/layout/IconVerticalSolidList"/>
    <dgm:cxn modelId="{600CE6EF-3116-473B-8194-973E4155D90A}" type="presParOf" srcId="{CB5BA2A9-1AEB-4273-9835-0B933BC42AFC}" destId="{F6A4FCEF-3DAA-4372-AAD4-38766FDBF204}" srcOrd="2" destOrd="0" presId="urn:microsoft.com/office/officeart/2018/2/layout/IconVerticalSolidList"/>
    <dgm:cxn modelId="{F58C9E25-477E-4F68-8D96-95CEBEF828BC}" type="presParOf" srcId="{CB5BA2A9-1AEB-4273-9835-0B933BC42AFC}" destId="{F2E558CC-46D4-4CFC-8F80-766742371B5B}" srcOrd="3" destOrd="0" presId="urn:microsoft.com/office/officeart/2018/2/layout/IconVerticalSolidList"/>
    <dgm:cxn modelId="{C0A98B92-228F-4BDA-921C-E311221CD7B5}" type="presParOf" srcId="{7C293A27-B7C2-4FBC-B93D-5F7DC0089E3F}" destId="{24F4C861-3904-4796-89E0-67A449105E37}" srcOrd="7" destOrd="0" presId="urn:microsoft.com/office/officeart/2018/2/layout/IconVerticalSolidList"/>
    <dgm:cxn modelId="{5713958D-B75B-4300-B310-AA5ADE04F2F8}" type="presParOf" srcId="{7C293A27-B7C2-4FBC-B93D-5F7DC0089E3F}" destId="{ED8CDAE0-9796-4F13-B97A-A5B9FA125855}" srcOrd="8" destOrd="0" presId="urn:microsoft.com/office/officeart/2018/2/layout/IconVerticalSolidList"/>
    <dgm:cxn modelId="{EB88CB88-295A-4269-A655-BB380BC7E3B3}" type="presParOf" srcId="{ED8CDAE0-9796-4F13-B97A-A5B9FA125855}" destId="{5D50E8DC-149B-40DE-8D16-97E656E5DA79}" srcOrd="0" destOrd="0" presId="urn:microsoft.com/office/officeart/2018/2/layout/IconVerticalSolidList"/>
    <dgm:cxn modelId="{742901FB-3CDF-419A-83B2-1A73DBF94508}" type="presParOf" srcId="{ED8CDAE0-9796-4F13-B97A-A5B9FA125855}" destId="{4C830B6E-11DC-47E1-9526-F548BF43F1B2}" srcOrd="1" destOrd="0" presId="urn:microsoft.com/office/officeart/2018/2/layout/IconVerticalSolidList"/>
    <dgm:cxn modelId="{354EDBC2-2284-4C16-9756-2CB7EC3D1C68}" type="presParOf" srcId="{ED8CDAE0-9796-4F13-B97A-A5B9FA125855}" destId="{C376DC1D-0DE3-4C31-B45F-89D2256B0759}" srcOrd="2" destOrd="0" presId="urn:microsoft.com/office/officeart/2018/2/layout/IconVerticalSolidList"/>
    <dgm:cxn modelId="{36F991D5-E37B-4D4E-8001-F5B077570186}" type="presParOf" srcId="{ED8CDAE0-9796-4F13-B97A-A5B9FA125855}" destId="{B6BD6753-42AA-43A3-8565-0008AA14AB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84FD4-B8A3-48C6-94E4-45D5E62D12A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A4AEDE1-9FDF-4EEF-A5F1-A4CFBAFD99B6}">
      <dgm:prSet custT="1"/>
      <dgm:spPr/>
      <dgm:t>
        <a:bodyPr/>
        <a:lstStyle/>
        <a:p>
          <a:r>
            <a:rPr lang="en-US" sz="2000"/>
            <a:t>Based on the contextual analysis, clearly articulate the problem or need to be addressed. </a:t>
          </a:r>
        </a:p>
      </dgm:t>
    </dgm:pt>
    <dgm:pt modelId="{224876F9-952D-41E0-B4AE-13A679F3E9E9}" type="parTrans" cxnId="{3E7CB60A-BC71-41BD-B09F-6F65CA05A11C}">
      <dgm:prSet/>
      <dgm:spPr/>
      <dgm:t>
        <a:bodyPr/>
        <a:lstStyle/>
        <a:p>
          <a:endParaRPr lang="en-US" sz="2000"/>
        </a:p>
      </dgm:t>
    </dgm:pt>
    <dgm:pt modelId="{C9B470AF-270E-4DD5-A28E-92CDBEAA0476}" type="sibTrans" cxnId="{3E7CB60A-BC71-41BD-B09F-6F65CA05A11C}">
      <dgm:prSet/>
      <dgm:spPr/>
      <dgm:t>
        <a:bodyPr/>
        <a:lstStyle/>
        <a:p>
          <a:endParaRPr lang="en-US" sz="2000"/>
        </a:p>
      </dgm:t>
    </dgm:pt>
    <dgm:pt modelId="{5A47F1B7-6BCD-41FB-B5BF-C376A824FDC4}">
      <dgm:prSet custT="1"/>
      <dgm:spPr/>
      <dgm:t>
        <a:bodyPr/>
        <a:lstStyle/>
        <a:p>
          <a:r>
            <a:rPr lang="en-US" sz="2000"/>
            <a:t>Engage in discussions with relevant stakeholders to gain diverse perspectives and insights. </a:t>
          </a:r>
        </a:p>
      </dgm:t>
    </dgm:pt>
    <dgm:pt modelId="{F3CB67C6-18F7-4337-9A68-E25537898211}" type="parTrans" cxnId="{7BF01E1F-9F34-4BF8-A885-A568400E85FF}">
      <dgm:prSet/>
      <dgm:spPr/>
      <dgm:t>
        <a:bodyPr/>
        <a:lstStyle/>
        <a:p>
          <a:endParaRPr lang="en-US" sz="2000"/>
        </a:p>
      </dgm:t>
    </dgm:pt>
    <dgm:pt modelId="{1CB70796-CB64-4E82-AB66-8F225FA8AF84}" type="sibTrans" cxnId="{7BF01E1F-9F34-4BF8-A885-A568400E85FF}">
      <dgm:prSet/>
      <dgm:spPr/>
      <dgm:t>
        <a:bodyPr/>
        <a:lstStyle/>
        <a:p>
          <a:endParaRPr lang="en-US" sz="2000"/>
        </a:p>
      </dgm:t>
    </dgm:pt>
    <dgm:pt modelId="{0CD9A338-7B78-4BEB-B2E3-30F0E0688DA8}">
      <dgm:prSet custT="1"/>
      <dgm:spPr/>
      <dgm:t>
        <a:bodyPr/>
        <a:lstStyle/>
        <a:p>
          <a:r>
            <a:rPr lang="en-US" sz="2000"/>
            <a:t>Identify the root causes, potential consequences, and interconnections of the problem or need. </a:t>
          </a:r>
        </a:p>
      </dgm:t>
    </dgm:pt>
    <dgm:pt modelId="{5D4F048C-5B6B-4367-9062-43CF480A1622}" type="parTrans" cxnId="{221EC54A-C751-4B2E-AF1E-5153F038A1A8}">
      <dgm:prSet/>
      <dgm:spPr/>
      <dgm:t>
        <a:bodyPr/>
        <a:lstStyle/>
        <a:p>
          <a:endParaRPr lang="en-US" sz="2000"/>
        </a:p>
      </dgm:t>
    </dgm:pt>
    <dgm:pt modelId="{0C236C77-7B9B-4254-B27A-542B62EB7EE0}" type="sibTrans" cxnId="{221EC54A-C751-4B2E-AF1E-5153F038A1A8}">
      <dgm:prSet/>
      <dgm:spPr/>
      <dgm:t>
        <a:bodyPr/>
        <a:lstStyle/>
        <a:p>
          <a:endParaRPr lang="en-US" sz="2000"/>
        </a:p>
      </dgm:t>
    </dgm:pt>
    <dgm:pt modelId="{378E2DAA-0CC5-46D6-BACA-43AF4244C265}">
      <dgm:prSet custT="1"/>
      <dgm:spPr/>
      <dgm:t>
        <a:bodyPr/>
        <a:lstStyle/>
        <a:p>
          <a:r>
            <a:rPr lang="en-US" sz="2000"/>
            <a:t>Establish the scope, objectives, and success criteria for the CSW effort. </a:t>
          </a:r>
        </a:p>
      </dgm:t>
    </dgm:pt>
    <dgm:pt modelId="{48C1FEE0-C74C-4263-9651-A11282DD5241}" type="parTrans" cxnId="{DD4560B1-30F6-487D-8AE2-F36156CA8457}">
      <dgm:prSet/>
      <dgm:spPr/>
      <dgm:t>
        <a:bodyPr/>
        <a:lstStyle/>
        <a:p>
          <a:endParaRPr lang="en-US" sz="2000"/>
        </a:p>
      </dgm:t>
    </dgm:pt>
    <dgm:pt modelId="{C1A1C908-7BFA-479B-BD67-6C570DA880BE}" type="sibTrans" cxnId="{DD4560B1-30F6-487D-8AE2-F36156CA8457}">
      <dgm:prSet/>
      <dgm:spPr/>
      <dgm:t>
        <a:bodyPr/>
        <a:lstStyle/>
        <a:p>
          <a:endParaRPr lang="en-US" sz="2000"/>
        </a:p>
      </dgm:t>
    </dgm:pt>
    <dgm:pt modelId="{B5F1E6A6-B343-4D4C-9718-56AF206C3F63}">
      <dgm:prSet custT="1"/>
      <dgm:spPr/>
      <dgm:t>
        <a:bodyPr/>
        <a:lstStyle/>
        <a:p>
          <a:r>
            <a:rPr lang="en-US" sz="2000"/>
            <a:t>Document the problem or need statement and seek validation from key stakeholders.</a:t>
          </a:r>
        </a:p>
      </dgm:t>
    </dgm:pt>
    <dgm:pt modelId="{8532A113-7E33-4AFF-A149-3C7DE4EE41EF}" type="parTrans" cxnId="{28290613-C92C-4A68-8717-04E51AE67B88}">
      <dgm:prSet/>
      <dgm:spPr/>
      <dgm:t>
        <a:bodyPr/>
        <a:lstStyle/>
        <a:p>
          <a:endParaRPr lang="en-US" sz="2000"/>
        </a:p>
      </dgm:t>
    </dgm:pt>
    <dgm:pt modelId="{EDEFAF4F-C625-4051-9FEE-BEC980073B81}" type="sibTrans" cxnId="{28290613-C92C-4A68-8717-04E51AE67B88}">
      <dgm:prSet/>
      <dgm:spPr/>
      <dgm:t>
        <a:bodyPr/>
        <a:lstStyle/>
        <a:p>
          <a:endParaRPr lang="en-US" sz="2000"/>
        </a:p>
      </dgm:t>
    </dgm:pt>
    <dgm:pt modelId="{70B3C620-D386-42CC-B49E-13907EB990CF}" type="pres">
      <dgm:prSet presAssocID="{F3D84FD4-B8A3-48C6-94E4-45D5E62D12AC}" presName="root" presStyleCnt="0">
        <dgm:presLayoutVars>
          <dgm:dir/>
          <dgm:resizeHandles val="exact"/>
        </dgm:presLayoutVars>
      </dgm:prSet>
      <dgm:spPr/>
    </dgm:pt>
    <dgm:pt modelId="{5B2542A5-F19F-402D-99B2-34389A93B8B4}" type="pres">
      <dgm:prSet presAssocID="{9A4AEDE1-9FDF-4EEF-A5F1-A4CFBAFD99B6}" presName="compNode" presStyleCnt="0"/>
      <dgm:spPr/>
    </dgm:pt>
    <dgm:pt modelId="{70A1856F-E58E-4F8E-8325-21C9964F0004}" type="pres">
      <dgm:prSet presAssocID="{9A4AEDE1-9FDF-4EEF-A5F1-A4CFBAFD99B6}" presName="bgRect" presStyleLbl="bgShp" presStyleIdx="0" presStyleCnt="5"/>
      <dgm:spPr/>
    </dgm:pt>
    <dgm:pt modelId="{3FD7CF97-88C7-4D2C-A80D-8D4C81284FC1}" type="pres">
      <dgm:prSet presAssocID="{9A4AEDE1-9FDF-4EEF-A5F1-A4CFBAFD99B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24651EB5-456E-426F-AACA-A54CF88B6B30}" type="pres">
      <dgm:prSet presAssocID="{9A4AEDE1-9FDF-4EEF-A5F1-A4CFBAFD99B6}" presName="spaceRect" presStyleCnt="0"/>
      <dgm:spPr/>
    </dgm:pt>
    <dgm:pt modelId="{CEBFF281-C74F-49D7-A568-EE83ACE20751}" type="pres">
      <dgm:prSet presAssocID="{9A4AEDE1-9FDF-4EEF-A5F1-A4CFBAFD99B6}" presName="parTx" presStyleLbl="revTx" presStyleIdx="0" presStyleCnt="5">
        <dgm:presLayoutVars>
          <dgm:chMax val="0"/>
          <dgm:chPref val="0"/>
        </dgm:presLayoutVars>
      </dgm:prSet>
      <dgm:spPr/>
    </dgm:pt>
    <dgm:pt modelId="{BAC39784-1220-4FE6-B287-47AB34001BB5}" type="pres">
      <dgm:prSet presAssocID="{C9B470AF-270E-4DD5-A28E-92CDBEAA0476}" presName="sibTrans" presStyleCnt="0"/>
      <dgm:spPr/>
    </dgm:pt>
    <dgm:pt modelId="{D6C66091-7166-4E62-8B1C-91A46DDBC178}" type="pres">
      <dgm:prSet presAssocID="{5A47F1B7-6BCD-41FB-B5BF-C376A824FDC4}" presName="compNode" presStyleCnt="0"/>
      <dgm:spPr/>
    </dgm:pt>
    <dgm:pt modelId="{7056AA60-7C6A-4A79-BE88-C2AE7FD0CA01}" type="pres">
      <dgm:prSet presAssocID="{5A47F1B7-6BCD-41FB-B5BF-C376A824FDC4}" presName="bgRect" presStyleLbl="bgShp" presStyleIdx="1" presStyleCnt="5"/>
      <dgm:spPr/>
    </dgm:pt>
    <dgm:pt modelId="{A438B0CF-7A2C-4E95-88B7-FB85A8027E02}" type="pres">
      <dgm:prSet presAssocID="{5A47F1B7-6BCD-41FB-B5BF-C376A824FD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Brainstorm"/>
        </a:ext>
      </dgm:extLst>
    </dgm:pt>
    <dgm:pt modelId="{114E4563-FAE1-433F-B9EB-02127176A3F0}" type="pres">
      <dgm:prSet presAssocID="{5A47F1B7-6BCD-41FB-B5BF-C376A824FDC4}" presName="spaceRect" presStyleCnt="0"/>
      <dgm:spPr/>
    </dgm:pt>
    <dgm:pt modelId="{97B0C61E-8B2C-45A1-BDD0-03D182BC904B}" type="pres">
      <dgm:prSet presAssocID="{5A47F1B7-6BCD-41FB-B5BF-C376A824FDC4}" presName="parTx" presStyleLbl="revTx" presStyleIdx="1" presStyleCnt="5">
        <dgm:presLayoutVars>
          <dgm:chMax val="0"/>
          <dgm:chPref val="0"/>
        </dgm:presLayoutVars>
      </dgm:prSet>
      <dgm:spPr/>
    </dgm:pt>
    <dgm:pt modelId="{8698DAC7-FF56-4E8D-855A-1B57E5F61D46}" type="pres">
      <dgm:prSet presAssocID="{1CB70796-CB64-4E82-AB66-8F225FA8AF84}" presName="sibTrans" presStyleCnt="0"/>
      <dgm:spPr/>
    </dgm:pt>
    <dgm:pt modelId="{B6F6D831-898D-4CFA-8D00-37D24E5F59A6}" type="pres">
      <dgm:prSet presAssocID="{0CD9A338-7B78-4BEB-B2E3-30F0E0688DA8}" presName="compNode" presStyleCnt="0"/>
      <dgm:spPr/>
    </dgm:pt>
    <dgm:pt modelId="{0B38799C-4D88-464F-BC72-882565DEE5A9}" type="pres">
      <dgm:prSet presAssocID="{0CD9A338-7B78-4BEB-B2E3-30F0E0688DA8}" presName="bgRect" presStyleLbl="bgShp" presStyleIdx="2" presStyleCnt="5"/>
      <dgm:spPr/>
    </dgm:pt>
    <dgm:pt modelId="{E7CCBB97-E07F-44A3-B0AC-D922E26D127E}" type="pres">
      <dgm:prSet presAssocID="{0CD9A338-7B78-4BEB-B2E3-30F0E0688D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gh Voltage"/>
        </a:ext>
      </dgm:extLst>
    </dgm:pt>
    <dgm:pt modelId="{C455094C-E7AD-42B1-9D2A-D015DDBECAAC}" type="pres">
      <dgm:prSet presAssocID="{0CD9A338-7B78-4BEB-B2E3-30F0E0688DA8}" presName="spaceRect" presStyleCnt="0"/>
      <dgm:spPr/>
    </dgm:pt>
    <dgm:pt modelId="{56F412E1-76F2-4D5F-A7DD-ABE8849C805E}" type="pres">
      <dgm:prSet presAssocID="{0CD9A338-7B78-4BEB-B2E3-30F0E0688DA8}" presName="parTx" presStyleLbl="revTx" presStyleIdx="2" presStyleCnt="5">
        <dgm:presLayoutVars>
          <dgm:chMax val="0"/>
          <dgm:chPref val="0"/>
        </dgm:presLayoutVars>
      </dgm:prSet>
      <dgm:spPr/>
    </dgm:pt>
    <dgm:pt modelId="{A2FA2369-F063-4E33-AAA8-0396F4F1AD07}" type="pres">
      <dgm:prSet presAssocID="{0C236C77-7B9B-4254-B27A-542B62EB7EE0}" presName="sibTrans" presStyleCnt="0"/>
      <dgm:spPr/>
    </dgm:pt>
    <dgm:pt modelId="{92C3170F-ED2A-4C36-BDF7-E123B154B590}" type="pres">
      <dgm:prSet presAssocID="{378E2DAA-0CC5-46D6-BACA-43AF4244C265}" presName="compNode" presStyleCnt="0"/>
      <dgm:spPr/>
    </dgm:pt>
    <dgm:pt modelId="{AF3FEF7A-E004-4CBF-BEFC-A725E3E4501A}" type="pres">
      <dgm:prSet presAssocID="{378E2DAA-0CC5-46D6-BACA-43AF4244C265}" presName="bgRect" presStyleLbl="bgShp" presStyleIdx="3" presStyleCnt="5"/>
      <dgm:spPr/>
    </dgm:pt>
    <dgm:pt modelId="{493928DA-366E-41E4-960E-116268A9F9AC}" type="pres">
      <dgm:prSet presAssocID="{378E2DAA-0CC5-46D6-BACA-43AF4244C26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ext>
      </dgm:extLst>
    </dgm:pt>
    <dgm:pt modelId="{23D65573-323E-4CB3-BE40-5A9A13D586DA}" type="pres">
      <dgm:prSet presAssocID="{378E2DAA-0CC5-46D6-BACA-43AF4244C265}" presName="spaceRect" presStyleCnt="0"/>
      <dgm:spPr/>
    </dgm:pt>
    <dgm:pt modelId="{DF7901A0-F5E7-4296-874C-AAE6FB33523C}" type="pres">
      <dgm:prSet presAssocID="{378E2DAA-0CC5-46D6-BACA-43AF4244C265}" presName="parTx" presStyleLbl="revTx" presStyleIdx="3" presStyleCnt="5">
        <dgm:presLayoutVars>
          <dgm:chMax val="0"/>
          <dgm:chPref val="0"/>
        </dgm:presLayoutVars>
      </dgm:prSet>
      <dgm:spPr/>
    </dgm:pt>
    <dgm:pt modelId="{4004785E-F6EF-4CEE-8DE1-C1008502CC21}" type="pres">
      <dgm:prSet presAssocID="{C1A1C908-7BFA-479B-BD67-6C570DA880BE}" presName="sibTrans" presStyleCnt="0"/>
      <dgm:spPr/>
    </dgm:pt>
    <dgm:pt modelId="{7A5BE347-82E7-42E8-AC38-E2DDA5203E03}" type="pres">
      <dgm:prSet presAssocID="{B5F1E6A6-B343-4D4C-9718-56AF206C3F63}" presName="compNode" presStyleCnt="0"/>
      <dgm:spPr/>
    </dgm:pt>
    <dgm:pt modelId="{CBD90802-357F-4E5E-B34C-2355E6155762}" type="pres">
      <dgm:prSet presAssocID="{B5F1E6A6-B343-4D4C-9718-56AF206C3F63}" presName="bgRect" presStyleLbl="bgShp" presStyleIdx="4" presStyleCnt="5"/>
      <dgm:spPr/>
    </dgm:pt>
    <dgm:pt modelId="{30A64C3D-44EA-4107-A523-125F1B2066B1}" type="pres">
      <dgm:prSet presAssocID="{B5F1E6A6-B343-4D4C-9718-56AF206C3F6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366EA7C4-B8B9-4C34-AED1-5F7F79470DC3}" type="pres">
      <dgm:prSet presAssocID="{B5F1E6A6-B343-4D4C-9718-56AF206C3F63}" presName="spaceRect" presStyleCnt="0"/>
      <dgm:spPr/>
    </dgm:pt>
    <dgm:pt modelId="{ADF51761-C643-455F-9401-C54342BA35E2}" type="pres">
      <dgm:prSet presAssocID="{B5F1E6A6-B343-4D4C-9718-56AF206C3F63}" presName="parTx" presStyleLbl="revTx" presStyleIdx="4" presStyleCnt="5">
        <dgm:presLayoutVars>
          <dgm:chMax val="0"/>
          <dgm:chPref val="0"/>
        </dgm:presLayoutVars>
      </dgm:prSet>
      <dgm:spPr/>
    </dgm:pt>
  </dgm:ptLst>
  <dgm:cxnLst>
    <dgm:cxn modelId="{3E7CB60A-BC71-41BD-B09F-6F65CA05A11C}" srcId="{F3D84FD4-B8A3-48C6-94E4-45D5E62D12AC}" destId="{9A4AEDE1-9FDF-4EEF-A5F1-A4CFBAFD99B6}" srcOrd="0" destOrd="0" parTransId="{224876F9-952D-41E0-B4AE-13A679F3E9E9}" sibTransId="{C9B470AF-270E-4DD5-A28E-92CDBEAA0476}"/>
    <dgm:cxn modelId="{72F2BF0A-F609-462B-BD8E-AC6F8CE8534E}" type="presOf" srcId="{5A47F1B7-6BCD-41FB-B5BF-C376A824FDC4}" destId="{97B0C61E-8B2C-45A1-BDD0-03D182BC904B}" srcOrd="0" destOrd="0" presId="urn:microsoft.com/office/officeart/2018/2/layout/IconVerticalSolidList"/>
    <dgm:cxn modelId="{28290613-C92C-4A68-8717-04E51AE67B88}" srcId="{F3D84FD4-B8A3-48C6-94E4-45D5E62D12AC}" destId="{B5F1E6A6-B343-4D4C-9718-56AF206C3F63}" srcOrd="4" destOrd="0" parTransId="{8532A113-7E33-4AFF-A149-3C7DE4EE41EF}" sibTransId="{EDEFAF4F-C625-4051-9FEE-BEC980073B81}"/>
    <dgm:cxn modelId="{7BF01E1F-9F34-4BF8-A885-A568400E85FF}" srcId="{F3D84FD4-B8A3-48C6-94E4-45D5E62D12AC}" destId="{5A47F1B7-6BCD-41FB-B5BF-C376A824FDC4}" srcOrd="1" destOrd="0" parTransId="{F3CB67C6-18F7-4337-9A68-E25537898211}" sibTransId="{1CB70796-CB64-4E82-AB66-8F225FA8AF84}"/>
    <dgm:cxn modelId="{221EC54A-C751-4B2E-AF1E-5153F038A1A8}" srcId="{F3D84FD4-B8A3-48C6-94E4-45D5E62D12AC}" destId="{0CD9A338-7B78-4BEB-B2E3-30F0E0688DA8}" srcOrd="2" destOrd="0" parTransId="{5D4F048C-5B6B-4367-9062-43CF480A1622}" sibTransId="{0C236C77-7B9B-4254-B27A-542B62EB7EE0}"/>
    <dgm:cxn modelId="{61871D53-10C0-4016-94AE-4C0309ADD19B}" type="presOf" srcId="{9A4AEDE1-9FDF-4EEF-A5F1-A4CFBAFD99B6}" destId="{CEBFF281-C74F-49D7-A568-EE83ACE20751}" srcOrd="0" destOrd="0" presId="urn:microsoft.com/office/officeart/2018/2/layout/IconVerticalSolidList"/>
    <dgm:cxn modelId="{1AD0D38B-651D-4874-AF03-DCC83BF0BF7B}" type="presOf" srcId="{0CD9A338-7B78-4BEB-B2E3-30F0E0688DA8}" destId="{56F412E1-76F2-4D5F-A7DD-ABE8849C805E}" srcOrd="0" destOrd="0" presId="urn:microsoft.com/office/officeart/2018/2/layout/IconVerticalSolidList"/>
    <dgm:cxn modelId="{DB4E7290-1501-4591-B929-1D2D590F30FD}" type="presOf" srcId="{378E2DAA-0CC5-46D6-BACA-43AF4244C265}" destId="{DF7901A0-F5E7-4296-874C-AAE6FB33523C}" srcOrd="0" destOrd="0" presId="urn:microsoft.com/office/officeart/2018/2/layout/IconVerticalSolidList"/>
    <dgm:cxn modelId="{3A666BA7-4998-46A6-BCD4-1C9D57FD8661}" type="presOf" srcId="{B5F1E6A6-B343-4D4C-9718-56AF206C3F63}" destId="{ADF51761-C643-455F-9401-C54342BA35E2}" srcOrd="0" destOrd="0" presId="urn:microsoft.com/office/officeart/2018/2/layout/IconVerticalSolidList"/>
    <dgm:cxn modelId="{DD4560B1-30F6-487D-8AE2-F36156CA8457}" srcId="{F3D84FD4-B8A3-48C6-94E4-45D5E62D12AC}" destId="{378E2DAA-0CC5-46D6-BACA-43AF4244C265}" srcOrd="3" destOrd="0" parTransId="{48C1FEE0-C74C-4263-9651-A11282DD5241}" sibTransId="{C1A1C908-7BFA-479B-BD67-6C570DA880BE}"/>
    <dgm:cxn modelId="{D433B0E7-1C02-44A5-8CBD-50CA5F75C5ED}" type="presOf" srcId="{F3D84FD4-B8A3-48C6-94E4-45D5E62D12AC}" destId="{70B3C620-D386-42CC-B49E-13907EB990CF}" srcOrd="0" destOrd="0" presId="urn:microsoft.com/office/officeart/2018/2/layout/IconVerticalSolidList"/>
    <dgm:cxn modelId="{2A091021-A839-4EA0-864F-71D1AEB591DD}" type="presParOf" srcId="{70B3C620-D386-42CC-B49E-13907EB990CF}" destId="{5B2542A5-F19F-402D-99B2-34389A93B8B4}" srcOrd="0" destOrd="0" presId="urn:microsoft.com/office/officeart/2018/2/layout/IconVerticalSolidList"/>
    <dgm:cxn modelId="{A5EFAF57-8EA8-4F50-8551-1F497DB2C36B}" type="presParOf" srcId="{5B2542A5-F19F-402D-99B2-34389A93B8B4}" destId="{70A1856F-E58E-4F8E-8325-21C9964F0004}" srcOrd="0" destOrd="0" presId="urn:microsoft.com/office/officeart/2018/2/layout/IconVerticalSolidList"/>
    <dgm:cxn modelId="{5CE89AEE-F41C-4DE3-8DED-B0A58F6E4A15}" type="presParOf" srcId="{5B2542A5-F19F-402D-99B2-34389A93B8B4}" destId="{3FD7CF97-88C7-4D2C-A80D-8D4C81284FC1}" srcOrd="1" destOrd="0" presId="urn:microsoft.com/office/officeart/2018/2/layout/IconVerticalSolidList"/>
    <dgm:cxn modelId="{36C73A51-441C-4B5E-A613-0DAD4475BA6E}" type="presParOf" srcId="{5B2542A5-F19F-402D-99B2-34389A93B8B4}" destId="{24651EB5-456E-426F-AACA-A54CF88B6B30}" srcOrd="2" destOrd="0" presId="urn:microsoft.com/office/officeart/2018/2/layout/IconVerticalSolidList"/>
    <dgm:cxn modelId="{7EC12B5E-6207-42FB-B2FC-C64BC05593AE}" type="presParOf" srcId="{5B2542A5-F19F-402D-99B2-34389A93B8B4}" destId="{CEBFF281-C74F-49D7-A568-EE83ACE20751}" srcOrd="3" destOrd="0" presId="urn:microsoft.com/office/officeart/2018/2/layout/IconVerticalSolidList"/>
    <dgm:cxn modelId="{DA2C0A8B-2F3C-4CDA-932D-B2E2F96ECB42}" type="presParOf" srcId="{70B3C620-D386-42CC-B49E-13907EB990CF}" destId="{BAC39784-1220-4FE6-B287-47AB34001BB5}" srcOrd="1" destOrd="0" presId="urn:microsoft.com/office/officeart/2018/2/layout/IconVerticalSolidList"/>
    <dgm:cxn modelId="{55FCF526-F76D-409A-BE34-D8B9D76C391B}" type="presParOf" srcId="{70B3C620-D386-42CC-B49E-13907EB990CF}" destId="{D6C66091-7166-4E62-8B1C-91A46DDBC178}" srcOrd="2" destOrd="0" presId="urn:microsoft.com/office/officeart/2018/2/layout/IconVerticalSolidList"/>
    <dgm:cxn modelId="{DED41A16-5624-4AF6-886D-9262EC5A37A3}" type="presParOf" srcId="{D6C66091-7166-4E62-8B1C-91A46DDBC178}" destId="{7056AA60-7C6A-4A79-BE88-C2AE7FD0CA01}" srcOrd="0" destOrd="0" presId="urn:microsoft.com/office/officeart/2018/2/layout/IconVerticalSolidList"/>
    <dgm:cxn modelId="{2B603D22-9724-4A4A-9460-EECC54D4FFB5}" type="presParOf" srcId="{D6C66091-7166-4E62-8B1C-91A46DDBC178}" destId="{A438B0CF-7A2C-4E95-88B7-FB85A8027E02}" srcOrd="1" destOrd="0" presId="urn:microsoft.com/office/officeart/2018/2/layout/IconVerticalSolidList"/>
    <dgm:cxn modelId="{86F701A7-156C-4415-B555-64D0214E6A35}" type="presParOf" srcId="{D6C66091-7166-4E62-8B1C-91A46DDBC178}" destId="{114E4563-FAE1-433F-B9EB-02127176A3F0}" srcOrd="2" destOrd="0" presId="urn:microsoft.com/office/officeart/2018/2/layout/IconVerticalSolidList"/>
    <dgm:cxn modelId="{77E8F30B-7497-47B4-801F-4FD7374AB6AF}" type="presParOf" srcId="{D6C66091-7166-4E62-8B1C-91A46DDBC178}" destId="{97B0C61E-8B2C-45A1-BDD0-03D182BC904B}" srcOrd="3" destOrd="0" presId="urn:microsoft.com/office/officeart/2018/2/layout/IconVerticalSolidList"/>
    <dgm:cxn modelId="{894927E3-2166-4F37-AE32-80844D2AAA49}" type="presParOf" srcId="{70B3C620-D386-42CC-B49E-13907EB990CF}" destId="{8698DAC7-FF56-4E8D-855A-1B57E5F61D46}" srcOrd="3" destOrd="0" presId="urn:microsoft.com/office/officeart/2018/2/layout/IconVerticalSolidList"/>
    <dgm:cxn modelId="{EC4E2891-43BB-4876-87BB-1EF1D3EB8308}" type="presParOf" srcId="{70B3C620-D386-42CC-B49E-13907EB990CF}" destId="{B6F6D831-898D-4CFA-8D00-37D24E5F59A6}" srcOrd="4" destOrd="0" presId="urn:microsoft.com/office/officeart/2018/2/layout/IconVerticalSolidList"/>
    <dgm:cxn modelId="{B81BC4AA-4898-40A3-BE6F-8DEDB4379D50}" type="presParOf" srcId="{B6F6D831-898D-4CFA-8D00-37D24E5F59A6}" destId="{0B38799C-4D88-464F-BC72-882565DEE5A9}" srcOrd="0" destOrd="0" presId="urn:microsoft.com/office/officeart/2018/2/layout/IconVerticalSolidList"/>
    <dgm:cxn modelId="{0A62BBA2-B35F-4138-8786-A881260003E3}" type="presParOf" srcId="{B6F6D831-898D-4CFA-8D00-37D24E5F59A6}" destId="{E7CCBB97-E07F-44A3-B0AC-D922E26D127E}" srcOrd="1" destOrd="0" presId="urn:microsoft.com/office/officeart/2018/2/layout/IconVerticalSolidList"/>
    <dgm:cxn modelId="{E13EEE55-E9B2-4F05-9195-F417256F0118}" type="presParOf" srcId="{B6F6D831-898D-4CFA-8D00-37D24E5F59A6}" destId="{C455094C-E7AD-42B1-9D2A-D015DDBECAAC}" srcOrd="2" destOrd="0" presId="urn:microsoft.com/office/officeart/2018/2/layout/IconVerticalSolidList"/>
    <dgm:cxn modelId="{8DBEE0F3-0FCC-40F0-805A-F0152CD39945}" type="presParOf" srcId="{B6F6D831-898D-4CFA-8D00-37D24E5F59A6}" destId="{56F412E1-76F2-4D5F-A7DD-ABE8849C805E}" srcOrd="3" destOrd="0" presId="urn:microsoft.com/office/officeart/2018/2/layout/IconVerticalSolidList"/>
    <dgm:cxn modelId="{8537F883-71CE-44BE-BB53-1E3F389A8152}" type="presParOf" srcId="{70B3C620-D386-42CC-B49E-13907EB990CF}" destId="{A2FA2369-F063-4E33-AAA8-0396F4F1AD07}" srcOrd="5" destOrd="0" presId="urn:microsoft.com/office/officeart/2018/2/layout/IconVerticalSolidList"/>
    <dgm:cxn modelId="{AFEEC179-414D-4069-B623-0494D140853C}" type="presParOf" srcId="{70B3C620-D386-42CC-B49E-13907EB990CF}" destId="{92C3170F-ED2A-4C36-BDF7-E123B154B590}" srcOrd="6" destOrd="0" presId="urn:microsoft.com/office/officeart/2018/2/layout/IconVerticalSolidList"/>
    <dgm:cxn modelId="{C83D01B7-33AF-41B8-A4F7-89FD24EE5131}" type="presParOf" srcId="{92C3170F-ED2A-4C36-BDF7-E123B154B590}" destId="{AF3FEF7A-E004-4CBF-BEFC-A725E3E4501A}" srcOrd="0" destOrd="0" presId="urn:microsoft.com/office/officeart/2018/2/layout/IconVerticalSolidList"/>
    <dgm:cxn modelId="{6B6ED60E-8CC5-45B4-8379-8B018B12BA5F}" type="presParOf" srcId="{92C3170F-ED2A-4C36-BDF7-E123B154B590}" destId="{493928DA-366E-41E4-960E-116268A9F9AC}" srcOrd="1" destOrd="0" presId="urn:microsoft.com/office/officeart/2018/2/layout/IconVerticalSolidList"/>
    <dgm:cxn modelId="{7DEEC5C2-E9F1-42F2-BB06-04001D26AE07}" type="presParOf" srcId="{92C3170F-ED2A-4C36-BDF7-E123B154B590}" destId="{23D65573-323E-4CB3-BE40-5A9A13D586DA}" srcOrd="2" destOrd="0" presId="urn:microsoft.com/office/officeart/2018/2/layout/IconVerticalSolidList"/>
    <dgm:cxn modelId="{A59BBCC9-7006-45B0-8B9A-0C0EE8CDA442}" type="presParOf" srcId="{92C3170F-ED2A-4C36-BDF7-E123B154B590}" destId="{DF7901A0-F5E7-4296-874C-AAE6FB33523C}" srcOrd="3" destOrd="0" presId="urn:microsoft.com/office/officeart/2018/2/layout/IconVerticalSolidList"/>
    <dgm:cxn modelId="{FCE9DCC7-9EED-407F-852F-37FB503F5899}" type="presParOf" srcId="{70B3C620-D386-42CC-B49E-13907EB990CF}" destId="{4004785E-F6EF-4CEE-8DE1-C1008502CC21}" srcOrd="7" destOrd="0" presId="urn:microsoft.com/office/officeart/2018/2/layout/IconVerticalSolidList"/>
    <dgm:cxn modelId="{43DCD723-CD96-4822-A467-91D978B43140}" type="presParOf" srcId="{70B3C620-D386-42CC-B49E-13907EB990CF}" destId="{7A5BE347-82E7-42E8-AC38-E2DDA5203E03}" srcOrd="8" destOrd="0" presId="urn:microsoft.com/office/officeart/2018/2/layout/IconVerticalSolidList"/>
    <dgm:cxn modelId="{4CB50FE4-81E3-47BE-B03B-E3B5AAF193E2}" type="presParOf" srcId="{7A5BE347-82E7-42E8-AC38-E2DDA5203E03}" destId="{CBD90802-357F-4E5E-B34C-2355E6155762}" srcOrd="0" destOrd="0" presId="urn:microsoft.com/office/officeart/2018/2/layout/IconVerticalSolidList"/>
    <dgm:cxn modelId="{87E9C375-B111-41B0-93C4-9EEF667AE283}" type="presParOf" srcId="{7A5BE347-82E7-42E8-AC38-E2DDA5203E03}" destId="{30A64C3D-44EA-4107-A523-125F1B2066B1}" srcOrd="1" destOrd="0" presId="urn:microsoft.com/office/officeart/2018/2/layout/IconVerticalSolidList"/>
    <dgm:cxn modelId="{2D30DE74-6028-40EA-BD95-9A397255B424}" type="presParOf" srcId="{7A5BE347-82E7-42E8-AC38-E2DDA5203E03}" destId="{366EA7C4-B8B9-4C34-AED1-5F7F79470DC3}" srcOrd="2" destOrd="0" presId="urn:microsoft.com/office/officeart/2018/2/layout/IconVerticalSolidList"/>
    <dgm:cxn modelId="{E8AEA6D7-6AEA-47BB-B563-F14F639B70B6}" type="presParOf" srcId="{7A5BE347-82E7-42E8-AC38-E2DDA5203E03}" destId="{ADF51761-C643-455F-9401-C54342BA35E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a:t>Develop a research plan to gather in-depth information and data related to the problem or need. </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2000"/>
            <a:t>Utilize various sources such as government databases, published reports, academic publications, expert inputs, and stakeholder interviews, surveys, and consultations. </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a:t>Conduct literature reviews, benchmarking studies, and best practice analyses. </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a:t>Identify and fill knowledge gaps through targeted research. </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a:t>Analyze and synthesize the findings to inform the development of potential solutions.</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 Bulb and Gear"/>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a:t>Generate a wide range of potential solutions or approaches to address the problem or need. </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2000"/>
            <a:t>Engage in creative problem-solving techniques, such as brainstorming sessions, mind mapping, and scenario planning. </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a:t>Assess the feasibility, effectiveness, and potential impact of each option, considering factors such as resources, timelines, risks, and stakeholder acceptance.</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a:t>Conduct cost-benefit analyses and impact assessments. </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a:t>Shortlist the most promising options based on predefined criteria.</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ettings with solid fill"/>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ghtbulb and gear with solid fill"/>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itcoin with solid fill"/>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lipboard Checked with solid fill"/>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D1D95C-CD3B-4EFB-9229-76C9C0F5FB0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5DC1DCD-386D-47C5-854A-9D45D1074944}">
      <dgm:prSet custT="1"/>
      <dgm:spPr/>
      <dgm:t>
        <a:bodyPr/>
        <a:lstStyle/>
        <a:p>
          <a:pPr>
            <a:lnSpc>
              <a:spcPct val="100000"/>
            </a:lnSpc>
          </a:pPr>
          <a:r>
            <a:rPr lang="en-US" sz="2000"/>
            <a:t>Prepare a comprehensive proposal or report that presents the recommended solution or approach. </a:t>
          </a:r>
        </a:p>
      </dgm:t>
    </dgm:pt>
    <dgm:pt modelId="{BD6E4A2F-AF26-4DEC-9FFA-A788945AF254}" type="parTrans" cxnId="{CF016B19-9875-4DD8-8EA1-6D3EBF64637B}">
      <dgm:prSet/>
      <dgm:spPr/>
      <dgm:t>
        <a:bodyPr/>
        <a:lstStyle/>
        <a:p>
          <a:endParaRPr lang="en-US" sz="2000"/>
        </a:p>
      </dgm:t>
    </dgm:pt>
    <dgm:pt modelId="{B1554040-4B1E-4B33-B007-C8C27EC21FD0}" type="sibTrans" cxnId="{CF016B19-9875-4DD8-8EA1-6D3EBF64637B}">
      <dgm:prSet/>
      <dgm:spPr/>
      <dgm:t>
        <a:bodyPr/>
        <a:lstStyle/>
        <a:p>
          <a:endParaRPr lang="en-US" sz="2000"/>
        </a:p>
      </dgm:t>
    </dgm:pt>
    <dgm:pt modelId="{B54B460C-D9A9-43E8-AEF4-249770346F15}">
      <dgm:prSet custT="1"/>
      <dgm:spPr/>
      <dgm:t>
        <a:bodyPr/>
        <a:lstStyle/>
        <a:p>
          <a:pPr>
            <a:lnSpc>
              <a:spcPct val="100000"/>
            </a:lnSpc>
          </a:pPr>
          <a:r>
            <a:rPr lang="en-US" sz="2000"/>
            <a:t>Include a detailed implementation plan outlining the steps, milestones, resource requirements, and timelines. </a:t>
          </a:r>
        </a:p>
      </dgm:t>
    </dgm:pt>
    <dgm:pt modelId="{3832F45F-95A3-4F53-BCA3-8F40F3437027}" type="parTrans" cxnId="{E6980A34-92DB-4534-960D-23303DD6FA93}">
      <dgm:prSet/>
      <dgm:spPr/>
      <dgm:t>
        <a:bodyPr/>
        <a:lstStyle/>
        <a:p>
          <a:endParaRPr lang="en-US" sz="2000"/>
        </a:p>
      </dgm:t>
    </dgm:pt>
    <dgm:pt modelId="{943F3975-4BEE-490D-BDC2-34FB092FC7D1}" type="sibTrans" cxnId="{E6980A34-92DB-4534-960D-23303DD6FA93}">
      <dgm:prSet/>
      <dgm:spPr/>
      <dgm:t>
        <a:bodyPr/>
        <a:lstStyle/>
        <a:p>
          <a:endParaRPr lang="en-US" sz="2000"/>
        </a:p>
      </dgm:t>
    </dgm:pt>
    <dgm:pt modelId="{5B923D42-E3BC-4B2D-A5F2-0D81595DFB03}">
      <dgm:prSet custT="1"/>
      <dgm:spPr/>
      <dgm:t>
        <a:bodyPr/>
        <a:lstStyle/>
        <a:p>
          <a:pPr>
            <a:lnSpc>
              <a:spcPct val="100000"/>
            </a:lnSpc>
          </a:pPr>
          <a:r>
            <a:rPr lang="en-US" sz="2000"/>
            <a:t>Develop monitoring and evaluation frameworks to track progress, measure success, and ensure accountability. </a:t>
          </a:r>
        </a:p>
      </dgm:t>
    </dgm:pt>
    <dgm:pt modelId="{F5FD5054-A6E9-41C3-9198-A58800E97652}" type="parTrans" cxnId="{D87370F7-9F65-4F7E-BB17-A59D942361B7}">
      <dgm:prSet/>
      <dgm:spPr/>
      <dgm:t>
        <a:bodyPr/>
        <a:lstStyle/>
        <a:p>
          <a:endParaRPr lang="en-US" sz="2000"/>
        </a:p>
      </dgm:t>
    </dgm:pt>
    <dgm:pt modelId="{422F5C53-F93A-48C2-8C82-273C82316DAF}" type="sibTrans" cxnId="{D87370F7-9F65-4F7E-BB17-A59D942361B7}">
      <dgm:prSet/>
      <dgm:spPr/>
      <dgm:t>
        <a:bodyPr/>
        <a:lstStyle/>
        <a:p>
          <a:endParaRPr lang="en-US" sz="2000"/>
        </a:p>
      </dgm:t>
    </dgm:pt>
    <dgm:pt modelId="{57ED4D70-644F-4DD2-B26A-89BE8645E1F6}">
      <dgm:prSet custT="1"/>
      <dgm:spPr/>
      <dgm:t>
        <a:bodyPr/>
        <a:lstStyle/>
        <a:p>
          <a:pPr>
            <a:lnSpc>
              <a:spcPct val="100000"/>
            </a:lnSpc>
          </a:pPr>
          <a:r>
            <a:rPr lang="en-US" sz="2000"/>
            <a:t>Incorporate risk management strategies and contingency plans. </a:t>
          </a:r>
        </a:p>
      </dgm:t>
    </dgm:pt>
    <dgm:pt modelId="{CB7D2C4A-4441-4F4A-8402-D24C2BF103BA}" type="parTrans" cxnId="{EAAEA51E-2C5F-40A1-9AA9-2ED5B1F4F341}">
      <dgm:prSet/>
      <dgm:spPr/>
      <dgm:t>
        <a:bodyPr/>
        <a:lstStyle/>
        <a:p>
          <a:endParaRPr lang="en-US" sz="2000"/>
        </a:p>
      </dgm:t>
    </dgm:pt>
    <dgm:pt modelId="{EC205A97-71A0-4211-B62F-BEE4C53D31B6}" type="sibTrans" cxnId="{EAAEA51E-2C5F-40A1-9AA9-2ED5B1F4F341}">
      <dgm:prSet/>
      <dgm:spPr/>
      <dgm:t>
        <a:bodyPr/>
        <a:lstStyle/>
        <a:p>
          <a:endParaRPr lang="en-US" sz="2000"/>
        </a:p>
      </dgm:t>
    </dgm:pt>
    <dgm:pt modelId="{FFD8D222-0F4E-4F14-A619-ADC601AEFFC1}">
      <dgm:prSet custT="1"/>
      <dgm:spPr/>
      <dgm:t>
        <a:bodyPr/>
        <a:lstStyle/>
        <a:p>
          <a:pPr>
            <a:lnSpc>
              <a:spcPct val="100000"/>
            </a:lnSpc>
          </a:pPr>
          <a:r>
            <a:rPr lang="en-US" sz="2000"/>
            <a:t>Present the proposal or report to the relevant decision-makers, highlighting the benefits, challenges, and expected outcomes.</a:t>
          </a:r>
        </a:p>
      </dgm:t>
    </dgm:pt>
    <dgm:pt modelId="{D83DBE1E-D926-4AF2-AF29-75DE537380BA}" type="parTrans" cxnId="{722950BF-AB71-44D5-ADA1-AB9BED0B84D1}">
      <dgm:prSet/>
      <dgm:spPr/>
      <dgm:t>
        <a:bodyPr/>
        <a:lstStyle/>
        <a:p>
          <a:endParaRPr lang="en-US" sz="2000"/>
        </a:p>
      </dgm:t>
    </dgm:pt>
    <dgm:pt modelId="{110E59D8-35D4-40A1-BEFC-08A98544DE51}" type="sibTrans" cxnId="{722950BF-AB71-44D5-ADA1-AB9BED0B84D1}">
      <dgm:prSet/>
      <dgm:spPr/>
      <dgm:t>
        <a:bodyPr/>
        <a:lstStyle/>
        <a:p>
          <a:endParaRPr lang="en-US" sz="2000"/>
        </a:p>
      </dgm:t>
    </dgm:pt>
    <dgm:pt modelId="{FA05EE66-254B-4CC9-9A8C-B3C707E278BC}" type="pres">
      <dgm:prSet presAssocID="{9ED1D95C-CD3B-4EFB-9229-76C9C0F5FB05}" presName="root" presStyleCnt="0">
        <dgm:presLayoutVars>
          <dgm:dir/>
          <dgm:resizeHandles val="exact"/>
        </dgm:presLayoutVars>
      </dgm:prSet>
      <dgm:spPr/>
    </dgm:pt>
    <dgm:pt modelId="{ABDE55C8-54B3-428A-866B-202186711391}" type="pres">
      <dgm:prSet presAssocID="{A5DC1DCD-386D-47C5-854A-9D45D1074944}" presName="compNode" presStyleCnt="0"/>
      <dgm:spPr/>
    </dgm:pt>
    <dgm:pt modelId="{FEE1FA11-72C6-4F11-9416-01F2D9FF3ACB}" type="pres">
      <dgm:prSet presAssocID="{A5DC1DCD-386D-47C5-854A-9D45D1074944}" presName="bgRect" presStyleLbl="bgShp" presStyleIdx="0" presStyleCnt="5"/>
      <dgm:spPr/>
    </dgm:pt>
    <dgm:pt modelId="{657BC7FA-24B6-40A9-AD63-5C795D5E2983}" type="pres">
      <dgm:prSet presAssocID="{A5DC1DCD-386D-47C5-854A-9D45D107494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F3BE483C-6BFA-452B-B723-69359B8D79EE}" type="pres">
      <dgm:prSet presAssocID="{A5DC1DCD-386D-47C5-854A-9D45D1074944}" presName="spaceRect" presStyleCnt="0"/>
      <dgm:spPr/>
    </dgm:pt>
    <dgm:pt modelId="{1A8CAE6E-61DD-45BE-A45C-48EBC7C1A39E}" type="pres">
      <dgm:prSet presAssocID="{A5DC1DCD-386D-47C5-854A-9D45D1074944}" presName="parTx" presStyleLbl="revTx" presStyleIdx="0" presStyleCnt="5">
        <dgm:presLayoutVars>
          <dgm:chMax val="0"/>
          <dgm:chPref val="0"/>
        </dgm:presLayoutVars>
      </dgm:prSet>
      <dgm:spPr/>
    </dgm:pt>
    <dgm:pt modelId="{F1E1E6B2-2373-4544-A3C9-37EB599B1B21}" type="pres">
      <dgm:prSet presAssocID="{B1554040-4B1E-4B33-B007-C8C27EC21FD0}" presName="sibTrans" presStyleCnt="0"/>
      <dgm:spPr/>
    </dgm:pt>
    <dgm:pt modelId="{F7B5F841-8C39-48AA-8A43-BFCF1A28A48A}" type="pres">
      <dgm:prSet presAssocID="{B54B460C-D9A9-43E8-AEF4-249770346F15}" presName="compNode" presStyleCnt="0"/>
      <dgm:spPr/>
    </dgm:pt>
    <dgm:pt modelId="{4DCE4F2B-B222-44AE-BDAF-29C422666339}" type="pres">
      <dgm:prSet presAssocID="{B54B460C-D9A9-43E8-AEF4-249770346F15}" presName="bgRect" presStyleLbl="bgShp" presStyleIdx="1" presStyleCnt="5"/>
      <dgm:spPr/>
    </dgm:pt>
    <dgm:pt modelId="{F9EE72C8-3E4A-4DC9-851A-E8C202A34D87}" type="pres">
      <dgm:prSet presAssocID="{B54B460C-D9A9-43E8-AEF4-249770346F1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AF7CE56E-DFFA-4CC6-96A8-DFB50CE578A5}" type="pres">
      <dgm:prSet presAssocID="{B54B460C-D9A9-43E8-AEF4-249770346F15}" presName="spaceRect" presStyleCnt="0"/>
      <dgm:spPr/>
    </dgm:pt>
    <dgm:pt modelId="{137DCDA7-62DB-45DD-99A3-9C29BAE8A0FE}" type="pres">
      <dgm:prSet presAssocID="{B54B460C-D9A9-43E8-AEF4-249770346F15}" presName="parTx" presStyleLbl="revTx" presStyleIdx="1" presStyleCnt="5">
        <dgm:presLayoutVars>
          <dgm:chMax val="0"/>
          <dgm:chPref val="0"/>
        </dgm:presLayoutVars>
      </dgm:prSet>
      <dgm:spPr/>
    </dgm:pt>
    <dgm:pt modelId="{CA5B2280-E495-4A95-BF0A-6AC05D036EA7}" type="pres">
      <dgm:prSet presAssocID="{943F3975-4BEE-490D-BDC2-34FB092FC7D1}" presName="sibTrans" presStyleCnt="0"/>
      <dgm:spPr/>
    </dgm:pt>
    <dgm:pt modelId="{3D1266A4-E3B3-43EA-A34A-032D945D7FB9}" type="pres">
      <dgm:prSet presAssocID="{5B923D42-E3BC-4B2D-A5F2-0D81595DFB03}" presName="compNode" presStyleCnt="0"/>
      <dgm:spPr/>
    </dgm:pt>
    <dgm:pt modelId="{C4510D00-33B7-4998-9A69-7284AD10EED1}" type="pres">
      <dgm:prSet presAssocID="{5B923D42-E3BC-4B2D-A5F2-0D81595DFB03}" presName="bgRect" presStyleLbl="bgShp" presStyleIdx="2" presStyleCnt="5"/>
      <dgm:spPr/>
    </dgm:pt>
    <dgm:pt modelId="{92968654-215C-42B1-9F8B-356C014BF633}" type="pres">
      <dgm:prSet presAssocID="{5B923D42-E3BC-4B2D-A5F2-0D81595DFB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734DE70A-0295-4328-AC79-80CFDDF33C47}" type="pres">
      <dgm:prSet presAssocID="{5B923D42-E3BC-4B2D-A5F2-0D81595DFB03}" presName="spaceRect" presStyleCnt="0"/>
      <dgm:spPr/>
    </dgm:pt>
    <dgm:pt modelId="{39AA258C-A63E-43C3-9F57-4A2383299B09}" type="pres">
      <dgm:prSet presAssocID="{5B923D42-E3BC-4B2D-A5F2-0D81595DFB03}" presName="parTx" presStyleLbl="revTx" presStyleIdx="2" presStyleCnt="5">
        <dgm:presLayoutVars>
          <dgm:chMax val="0"/>
          <dgm:chPref val="0"/>
        </dgm:presLayoutVars>
      </dgm:prSet>
      <dgm:spPr/>
    </dgm:pt>
    <dgm:pt modelId="{0F98DF03-365C-4A8F-A793-DB45BA4FBD32}" type="pres">
      <dgm:prSet presAssocID="{422F5C53-F93A-48C2-8C82-273C82316DAF}" presName="sibTrans" presStyleCnt="0"/>
      <dgm:spPr/>
    </dgm:pt>
    <dgm:pt modelId="{28BE608A-12C1-47C5-9E4B-7DB3BEB9FB1E}" type="pres">
      <dgm:prSet presAssocID="{57ED4D70-644F-4DD2-B26A-89BE8645E1F6}" presName="compNode" presStyleCnt="0"/>
      <dgm:spPr/>
    </dgm:pt>
    <dgm:pt modelId="{F4269BEE-61D8-462B-ABB8-51F48FD3B8FD}" type="pres">
      <dgm:prSet presAssocID="{57ED4D70-644F-4DD2-B26A-89BE8645E1F6}" presName="bgRect" presStyleLbl="bgShp" presStyleIdx="3" presStyleCnt="5"/>
      <dgm:spPr/>
    </dgm:pt>
    <dgm:pt modelId="{39546EB5-9B34-4558-AEFF-DBB8FBF6696F}" type="pres">
      <dgm:prSet presAssocID="{57ED4D70-644F-4DD2-B26A-89BE8645E1F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0E0BACD6-2E02-4AE7-9A8D-8F69079F56ED}" type="pres">
      <dgm:prSet presAssocID="{57ED4D70-644F-4DD2-B26A-89BE8645E1F6}" presName="spaceRect" presStyleCnt="0"/>
      <dgm:spPr/>
    </dgm:pt>
    <dgm:pt modelId="{545E5040-B4E8-455F-B11B-A8E0AA3423DB}" type="pres">
      <dgm:prSet presAssocID="{57ED4D70-644F-4DD2-B26A-89BE8645E1F6}" presName="parTx" presStyleLbl="revTx" presStyleIdx="3" presStyleCnt="5">
        <dgm:presLayoutVars>
          <dgm:chMax val="0"/>
          <dgm:chPref val="0"/>
        </dgm:presLayoutVars>
      </dgm:prSet>
      <dgm:spPr/>
    </dgm:pt>
    <dgm:pt modelId="{0307F987-9899-483B-9263-F2A09A72BC29}" type="pres">
      <dgm:prSet presAssocID="{EC205A97-71A0-4211-B62F-BEE4C53D31B6}" presName="sibTrans" presStyleCnt="0"/>
      <dgm:spPr/>
    </dgm:pt>
    <dgm:pt modelId="{ECB6CE0A-E824-4943-8AC8-8C11A5EF766B}" type="pres">
      <dgm:prSet presAssocID="{FFD8D222-0F4E-4F14-A619-ADC601AEFFC1}" presName="compNode" presStyleCnt="0"/>
      <dgm:spPr/>
    </dgm:pt>
    <dgm:pt modelId="{C6096C54-5519-430E-9083-8ED1B11F273D}" type="pres">
      <dgm:prSet presAssocID="{FFD8D222-0F4E-4F14-A619-ADC601AEFFC1}" presName="bgRect" presStyleLbl="bgShp" presStyleIdx="4" presStyleCnt="5"/>
      <dgm:spPr/>
    </dgm:pt>
    <dgm:pt modelId="{E5C792F3-36CB-4551-9C6D-AD370AB87F9C}" type="pres">
      <dgm:prSet presAssocID="{FFD8D222-0F4E-4F14-A619-ADC601AEFFC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0743FAE0-E092-407E-BE1E-AB1A0F810FFE}" type="pres">
      <dgm:prSet presAssocID="{FFD8D222-0F4E-4F14-A619-ADC601AEFFC1}" presName="spaceRect" presStyleCnt="0"/>
      <dgm:spPr/>
    </dgm:pt>
    <dgm:pt modelId="{459673FA-7DCD-46F1-BC2C-C4F68659E7C5}" type="pres">
      <dgm:prSet presAssocID="{FFD8D222-0F4E-4F14-A619-ADC601AEFFC1}" presName="parTx" presStyleLbl="revTx" presStyleIdx="4" presStyleCnt="5">
        <dgm:presLayoutVars>
          <dgm:chMax val="0"/>
          <dgm:chPref val="0"/>
        </dgm:presLayoutVars>
      </dgm:prSet>
      <dgm:spPr/>
    </dgm:pt>
  </dgm:ptLst>
  <dgm:cxnLst>
    <dgm:cxn modelId="{CF016B19-9875-4DD8-8EA1-6D3EBF64637B}" srcId="{9ED1D95C-CD3B-4EFB-9229-76C9C0F5FB05}" destId="{A5DC1DCD-386D-47C5-854A-9D45D1074944}" srcOrd="0" destOrd="0" parTransId="{BD6E4A2F-AF26-4DEC-9FFA-A788945AF254}" sibTransId="{B1554040-4B1E-4B33-B007-C8C27EC21FD0}"/>
    <dgm:cxn modelId="{FBD01C1C-E99E-46D0-AF53-A34D5EDCDE2B}" type="presOf" srcId="{B54B460C-D9A9-43E8-AEF4-249770346F15}" destId="{137DCDA7-62DB-45DD-99A3-9C29BAE8A0FE}" srcOrd="0" destOrd="0" presId="urn:microsoft.com/office/officeart/2018/2/layout/IconVerticalSolidList"/>
    <dgm:cxn modelId="{EAAEA51E-2C5F-40A1-9AA9-2ED5B1F4F341}" srcId="{9ED1D95C-CD3B-4EFB-9229-76C9C0F5FB05}" destId="{57ED4D70-644F-4DD2-B26A-89BE8645E1F6}" srcOrd="3" destOrd="0" parTransId="{CB7D2C4A-4441-4F4A-8402-D24C2BF103BA}" sibTransId="{EC205A97-71A0-4211-B62F-BEE4C53D31B6}"/>
    <dgm:cxn modelId="{3648C42B-64D0-4D96-B087-4A4BCC04396D}" type="presOf" srcId="{FFD8D222-0F4E-4F14-A619-ADC601AEFFC1}" destId="{459673FA-7DCD-46F1-BC2C-C4F68659E7C5}" srcOrd="0" destOrd="0" presId="urn:microsoft.com/office/officeart/2018/2/layout/IconVerticalSolidList"/>
    <dgm:cxn modelId="{E6980A34-92DB-4534-960D-23303DD6FA93}" srcId="{9ED1D95C-CD3B-4EFB-9229-76C9C0F5FB05}" destId="{B54B460C-D9A9-43E8-AEF4-249770346F15}" srcOrd="1" destOrd="0" parTransId="{3832F45F-95A3-4F53-BCA3-8F40F3437027}" sibTransId="{943F3975-4BEE-490D-BDC2-34FB092FC7D1}"/>
    <dgm:cxn modelId="{EB02657F-FE69-4720-802D-CE05190AF738}" type="presOf" srcId="{57ED4D70-644F-4DD2-B26A-89BE8645E1F6}" destId="{545E5040-B4E8-455F-B11B-A8E0AA3423DB}" srcOrd="0" destOrd="0" presId="urn:microsoft.com/office/officeart/2018/2/layout/IconVerticalSolidList"/>
    <dgm:cxn modelId="{0F9F3D82-0D6B-41DF-8502-AAF9262BFEA7}" type="presOf" srcId="{5B923D42-E3BC-4B2D-A5F2-0D81595DFB03}" destId="{39AA258C-A63E-43C3-9F57-4A2383299B09}" srcOrd="0" destOrd="0" presId="urn:microsoft.com/office/officeart/2018/2/layout/IconVerticalSolidList"/>
    <dgm:cxn modelId="{722950BF-AB71-44D5-ADA1-AB9BED0B84D1}" srcId="{9ED1D95C-CD3B-4EFB-9229-76C9C0F5FB05}" destId="{FFD8D222-0F4E-4F14-A619-ADC601AEFFC1}" srcOrd="4" destOrd="0" parTransId="{D83DBE1E-D926-4AF2-AF29-75DE537380BA}" sibTransId="{110E59D8-35D4-40A1-BEFC-08A98544DE51}"/>
    <dgm:cxn modelId="{47DC33DC-A624-45F5-9EF9-BDCB43BD2BB2}" type="presOf" srcId="{A5DC1DCD-386D-47C5-854A-9D45D1074944}" destId="{1A8CAE6E-61DD-45BE-A45C-48EBC7C1A39E}" srcOrd="0" destOrd="0" presId="urn:microsoft.com/office/officeart/2018/2/layout/IconVerticalSolidList"/>
    <dgm:cxn modelId="{D87370F7-9F65-4F7E-BB17-A59D942361B7}" srcId="{9ED1D95C-CD3B-4EFB-9229-76C9C0F5FB05}" destId="{5B923D42-E3BC-4B2D-A5F2-0D81595DFB03}" srcOrd="2" destOrd="0" parTransId="{F5FD5054-A6E9-41C3-9198-A58800E97652}" sibTransId="{422F5C53-F93A-48C2-8C82-273C82316DAF}"/>
    <dgm:cxn modelId="{B8CB2EF9-283D-45B6-823E-97DD39D006D0}" type="presOf" srcId="{9ED1D95C-CD3B-4EFB-9229-76C9C0F5FB05}" destId="{FA05EE66-254B-4CC9-9A8C-B3C707E278BC}" srcOrd="0" destOrd="0" presId="urn:microsoft.com/office/officeart/2018/2/layout/IconVerticalSolidList"/>
    <dgm:cxn modelId="{D921CC8C-834D-41DD-A582-4EF50DA559C7}" type="presParOf" srcId="{FA05EE66-254B-4CC9-9A8C-B3C707E278BC}" destId="{ABDE55C8-54B3-428A-866B-202186711391}" srcOrd="0" destOrd="0" presId="urn:microsoft.com/office/officeart/2018/2/layout/IconVerticalSolidList"/>
    <dgm:cxn modelId="{BF750741-FCDF-491E-BF46-B07E484CCBF4}" type="presParOf" srcId="{ABDE55C8-54B3-428A-866B-202186711391}" destId="{FEE1FA11-72C6-4F11-9416-01F2D9FF3ACB}" srcOrd="0" destOrd="0" presId="urn:microsoft.com/office/officeart/2018/2/layout/IconVerticalSolidList"/>
    <dgm:cxn modelId="{8A9513D9-2CAF-4249-89C1-148CA8A27798}" type="presParOf" srcId="{ABDE55C8-54B3-428A-866B-202186711391}" destId="{657BC7FA-24B6-40A9-AD63-5C795D5E2983}" srcOrd="1" destOrd="0" presId="urn:microsoft.com/office/officeart/2018/2/layout/IconVerticalSolidList"/>
    <dgm:cxn modelId="{DA230452-B8BD-44F3-96A6-E6A69EEA6B29}" type="presParOf" srcId="{ABDE55C8-54B3-428A-866B-202186711391}" destId="{F3BE483C-6BFA-452B-B723-69359B8D79EE}" srcOrd="2" destOrd="0" presId="urn:microsoft.com/office/officeart/2018/2/layout/IconVerticalSolidList"/>
    <dgm:cxn modelId="{425AA9D4-D47B-4682-AE6F-2F973C6133CA}" type="presParOf" srcId="{ABDE55C8-54B3-428A-866B-202186711391}" destId="{1A8CAE6E-61DD-45BE-A45C-48EBC7C1A39E}" srcOrd="3" destOrd="0" presId="urn:microsoft.com/office/officeart/2018/2/layout/IconVerticalSolidList"/>
    <dgm:cxn modelId="{63EF9D66-89A0-43ED-85AB-3B18851B7B00}" type="presParOf" srcId="{FA05EE66-254B-4CC9-9A8C-B3C707E278BC}" destId="{F1E1E6B2-2373-4544-A3C9-37EB599B1B21}" srcOrd="1" destOrd="0" presId="urn:microsoft.com/office/officeart/2018/2/layout/IconVerticalSolidList"/>
    <dgm:cxn modelId="{2DF0B229-06EB-4466-96AA-B3C97346C927}" type="presParOf" srcId="{FA05EE66-254B-4CC9-9A8C-B3C707E278BC}" destId="{F7B5F841-8C39-48AA-8A43-BFCF1A28A48A}" srcOrd="2" destOrd="0" presId="urn:microsoft.com/office/officeart/2018/2/layout/IconVerticalSolidList"/>
    <dgm:cxn modelId="{833ADD1F-47F5-4A16-A1D4-C2891ED66C82}" type="presParOf" srcId="{F7B5F841-8C39-48AA-8A43-BFCF1A28A48A}" destId="{4DCE4F2B-B222-44AE-BDAF-29C422666339}" srcOrd="0" destOrd="0" presId="urn:microsoft.com/office/officeart/2018/2/layout/IconVerticalSolidList"/>
    <dgm:cxn modelId="{27F7806D-027A-4F72-9C58-095C2390985B}" type="presParOf" srcId="{F7B5F841-8C39-48AA-8A43-BFCF1A28A48A}" destId="{F9EE72C8-3E4A-4DC9-851A-E8C202A34D87}" srcOrd="1" destOrd="0" presId="urn:microsoft.com/office/officeart/2018/2/layout/IconVerticalSolidList"/>
    <dgm:cxn modelId="{DBF41CB8-556E-4E05-9B51-171AB6FA2D8B}" type="presParOf" srcId="{F7B5F841-8C39-48AA-8A43-BFCF1A28A48A}" destId="{AF7CE56E-DFFA-4CC6-96A8-DFB50CE578A5}" srcOrd="2" destOrd="0" presId="urn:microsoft.com/office/officeart/2018/2/layout/IconVerticalSolidList"/>
    <dgm:cxn modelId="{3E0F55CC-CDC9-4D69-9DBD-267CA46FED50}" type="presParOf" srcId="{F7B5F841-8C39-48AA-8A43-BFCF1A28A48A}" destId="{137DCDA7-62DB-45DD-99A3-9C29BAE8A0FE}" srcOrd="3" destOrd="0" presId="urn:microsoft.com/office/officeart/2018/2/layout/IconVerticalSolidList"/>
    <dgm:cxn modelId="{3BED956C-D7A8-4A89-8B15-FF9E42347AC4}" type="presParOf" srcId="{FA05EE66-254B-4CC9-9A8C-B3C707E278BC}" destId="{CA5B2280-E495-4A95-BF0A-6AC05D036EA7}" srcOrd="3" destOrd="0" presId="urn:microsoft.com/office/officeart/2018/2/layout/IconVerticalSolidList"/>
    <dgm:cxn modelId="{47475633-C54A-43FD-BAAC-C44B254D6DCE}" type="presParOf" srcId="{FA05EE66-254B-4CC9-9A8C-B3C707E278BC}" destId="{3D1266A4-E3B3-43EA-A34A-032D945D7FB9}" srcOrd="4" destOrd="0" presId="urn:microsoft.com/office/officeart/2018/2/layout/IconVerticalSolidList"/>
    <dgm:cxn modelId="{38626A6C-CF02-44FE-8C4A-FD041378CEFF}" type="presParOf" srcId="{3D1266A4-E3B3-43EA-A34A-032D945D7FB9}" destId="{C4510D00-33B7-4998-9A69-7284AD10EED1}" srcOrd="0" destOrd="0" presId="urn:microsoft.com/office/officeart/2018/2/layout/IconVerticalSolidList"/>
    <dgm:cxn modelId="{2C74F64F-B6D4-4567-A64C-8DABB687BC33}" type="presParOf" srcId="{3D1266A4-E3B3-43EA-A34A-032D945D7FB9}" destId="{92968654-215C-42B1-9F8B-356C014BF633}" srcOrd="1" destOrd="0" presId="urn:microsoft.com/office/officeart/2018/2/layout/IconVerticalSolidList"/>
    <dgm:cxn modelId="{E377DB75-2FD8-4618-AD64-BEB32A00B11B}" type="presParOf" srcId="{3D1266A4-E3B3-43EA-A34A-032D945D7FB9}" destId="{734DE70A-0295-4328-AC79-80CFDDF33C47}" srcOrd="2" destOrd="0" presId="urn:microsoft.com/office/officeart/2018/2/layout/IconVerticalSolidList"/>
    <dgm:cxn modelId="{ABEAE96F-C902-4C78-9791-A814E20C9035}" type="presParOf" srcId="{3D1266A4-E3B3-43EA-A34A-032D945D7FB9}" destId="{39AA258C-A63E-43C3-9F57-4A2383299B09}" srcOrd="3" destOrd="0" presId="urn:microsoft.com/office/officeart/2018/2/layout/IconVerticalSolidList"/>
    <dgm:cxn modelId="{A0A54918-9916-4D55-963F-539C6E7D4038}" type="presParOf" srcId="{FA05EE66-254B-4CC9-9A8C-B3C707E278BC}" destId="{0F98DF03-365C-4A8F-A793-DB45BA4FBD32}" srcOrd="5" destOrd="0" presId="urn:microsoft.com/office/officeart/2018/2/layout/IconVerticalSolidList"/>
    <dgm:cxn modelId="{13D2F9A7-FE74-48F4-A50A-C330C1B08DC0}" type="presParOf" srcId="{FA05EE66-254B-4CC9-9A8C-B3C707E278BC}" destId="{28BE608A-12C1-47C5-9E4B-7DB3BEB9FB1E}" srcOrd="6" destOrd="0" presId="urn:microsoft.com/office/officeart/2018/2/layout/IconVerticalSolidList"/>
    <dgm:cxn modelId="{5BFA4B37-0846-42C7-B913-2153B45BA624}" type="presParOf" srcId="{28BE608A-12C1-47C5-9E4B-7DB3BEB9FB1E}" destId="{F4269BEE-61D8-462B-ABB8-51F48FD3B8FD}" srcOrd="0" destOrd="0" presId="urn:microsoft.com/office/officeart/2018/2/layout/IconVerticalSolidList"/>
    <dgm:cxn modelId="{FFFA8FBE-ABCF-4794-9FDB-C73C2AFE52EA}" type="presParOf" srcId="{28BE608A-12C1-47C5-9E4B-7DB3BEB9FB1E}" destId="{39546EB5-9B34-4558-AEFF-DBB8FBF6696F}" srcOrd="1" destOrd="0" presId="urn:microsoft.com/office/officeart/2018/2/layout/IconVerticalSolidList"/>
    <dgm:cxn modelId="{1FAFB52A-0B99-4167-9A6D-71E5A4032A77}" type="presParOf" srcId="{28BE608A-12C1-47C5-9E4B-7DB3BEB9FB1E}" destId="{0E0BACD6-2E02-4AE7-9A8D-8F69079F56ED}" srcOrd="2" destOrd="0" presId="urn:microsoft.com/office/officeart/2018/2/layout/IconVerticalSolidList"/>
    <dgm:cxn modelId="{1F57596A-AEE6-45F8-BE7A-5A3450482885}" type="presParOf" srcId="{28BE608A-12C1-47C5-9E4B-7DB3BEB9FB1E}" destId="{545E5040-B4E8-455F-B11B-A8E0AA3423DB}" srcOrd="3" destOrd="0" presId="urn:microsoft.com/office/officeart/2018/2/layout/IconVerticalSolidList"/>
    <dgm:cxn modelId="{AAA4375E-36FD-4053-A08E-8F6040E70745}" type="presParOf" srcId="{FA05EE66-254B-4CC9-9A8C-B3C707E278BC}" destId="{0307F987-9899-483B-9263-F2A09A72BC29}" srcOrd="7" destOrd="0" presId="urn:microsoft.com/office/officeart/2018/2/layout/IconVerticalSolidList"/>
    <dgm:cxn modelId="{563BDBDD-E2C3-4C57-B822-E184F209E951}" type="presParOf" srcId="{FA05EE66-254B-4CC9-9A8C-B3C707E278BC}" destId="{ECB6CE0A-E824-4943-8AC8-8C11A5EF766B}" srcOrd="8" destOrd="0" presId="urn:microsoft.com/office/officeart/2018/2/layout/IconVerticalSolidList"/>
    <dgm:cxn modelId="{FD55672F-B2F4-478E-9A5E-5CB5CFB87674}" type="presParOf" srcId="{ECB6CE0A-E824-4943-8AC8-8C11A5EF766B}" destId="{C6096C54-5519-430E-9083-8ED1B11F273D}" srcOrd="0" destOrd="0" presId="urn:microsoft.com/office/officeart/2018/2/layout/IconVerticalSolidList"/>
    <dgm:cxn modelId="{89F1F2C2-9102-42E6-918F-1D618BA075F7}" type="presParOf" srcId="{ECB6CE0A-E824-4943-8AC8-8C11A5EF766B}" destId="{E5C792F3-36CB-4551-9C6D-AD370AB87F9C}" srcOrd="1" destOrd="0" presId="urn:microsoft.com/office/officeart/2018/2/layout/IconVerticalSolidList"/>
    <dgm:cxn modelId="{C3E48C70-0563-434A-8C83-7BBF9112F2FE}" type="presParOf" srcId="{ECB6CE0A-E824-4943-8AC8-8C11A5EF766B}" destId="{0743FAE0-E092-407E-BE1E-AB1A0F810FFE}" srcOrd="2" destOrd="0" presId="urn:microsoft.com/office/officeart/2018/2/layout/IconVerticalSolidList"/>
    <dgm:cxn modelId="{30337D89-8602-4A86-B002-8EA1B00F5C12}" type="presParOf" srcId="{ECB6CE0A-E824-4943-8AC8-8C11A5EF766B}" destId="{459673FA-7DCD-46F1-BC2C-C4F68659E7C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25105DE-61EE-4BC4-86F4-146B158A99E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276B80E-EF1A-4B2C-B86C-F68C9108516A}">
      <dgm:prSet custT="1"/>
      <dgm:spPr/>
      <dgm:t>
        <a:bodyPr/>
        <a:lstStyle/>
        <a:p>
          <a:pPr>
            <a:lnSpc>
              <a:spcPct val="100000"/>
            </a:lnSpc>
          </a:pPr>
          <a:r>
            <a:rPr lang="en-US" sz="2000"/>
            <a:t>Keep seeking approval and once the solution is approved, mobilize the necessary resources, including personnel, budget, and infrastructure. </a:t>
          </a:r>
        </a:p>
      </dgm:t>
    </dgm:pt>
    <dgm:pt modelId="{5E390FF8-EBBF-40AC-B0B0-4C221791BECB}" type="parTrans" cxnId="{606983EB-3B04-4596-8A8B-E0752B7ED226}">
      <dgm:prSet/>
      <dgm:spPr/>
      <dgm:t>
        <a:bodyPr/>
        <a:lstStyle/>
        <a:p>
          <a:endParaRPr lang="en-US" sz="2000"/>
        </a:p>
      </dgm:t>
    </dgm:pt>
    <dgm:pt modelId="{F0C4B781-D264-487C-8E6B-68FF319BBA7E}" type="sibTrans" cxnId="{606983EB-3B04-4596-8A8B-E0752B7ED226}">
      <dgm:prSet/>
      <dgm:spPr/>
      <dgm:t>
        <a:bodyPr/>
        <a:lstStyle/>
        <a:p>
          <a:endParaRPr lang="en-US" sz="2000"/>
        </a:p>
      </dgm:t>
    </dgm:pt>
    <dgm:pt modelId="{D8374A7B-46E5-4F9B-B4F5-608AEA25669C}">
      <dgm:prSet custT="1"/>
      <dgm:spPr/>
      <dgm:t>
        <a:bodyPr/>
        <a:lstStyle/>
        <a:p>
          <a:pPr>
            <a:lnSpc>
              <a:spcPct val="100000"/>
            </a:lnSpc>
          </a:pPr>
          <a:r>
            <a:rPr lang="en-US" sz="2000"/>
            <a:t>Develop detailed action plans, assign responsibilities, and establish clear communication channels. </a:t>
          </a:r>
        </a:p>
      </dgm:t>
    </dgm:pt>
    <dgm:pt modelId="{5AFFF291-E8F5-47C9-BF7D-A11B2B4829E6}" type="parTrans" cxnId="{32B43495-5E6A-41C9-9487-3252C47F18EB}">
      <dgm:prSet/>
      <dgm:spPr/>
      <dgm:t>
        <a:bodyPr/>
        <a:lstStyle/>
        <a:p>
          <a:endParaRPr lang="en-US" sz="2000"/>
        </a:p>
      </dgm:t>
    </dgm:pt>
    <dgm:pt modelId="{DFC62989-8D38-4F3E-89A6-F3DD503D4651}" type="sibTrans" cxnId="{32B43495-5E6A-41C9-9487-3252C47F18EB}">
      <dgm:prSet/>
      <dgm:spPr/>
      <dgm:t>
        <a:bodyPr/>
        <a:lstStyle/>
        <a:p>
          <a:endParaRPr lang="en-US" sz="2000"/>
        </a:p>
      </dgm:t>
    </dgm:pt>
    <dgm:pt modelId="{690AF00F-BE54-411F-AAEB-B241B9844411}">
      <dgm:prSet custT="1"/>
      <dgm:spPr/>
      <dgm:t>
        <a:bodyPr/>
        <a:lstStyle/>
        <a:p>
          <a:pPr>
            <a:lnSpc>
              <a:spcPct val="100000"/>
            </a:lnSpc>
          </a:pPr>
          <a:r>
            <a:rPr lang="en-US" sz="2000"/>
            <a:t>Provide training and capacity building to ensure effective implementation. </a:t>
          </a:r>
        </a:p>
      </dgm:t>
    </dgm:pt>
    <dgm:pt modelId="{827F379E-F48A-4935-8A58-FF8743F53277}" type="parTrans" cxnId="{B3E2055F-F555-417E-9F7D-C8E8D00FA40A}">
      <dgm:prSet/>
      <dgm:spPr/>
      <dgm:t>
        <a:bodyPr/>
        <a:lstStyle/>
        <a:p>
          <a:endParaRPr lang="en-US" sz="2000"/>
        </a:p>
      </dgm:t>
    </dgm:pt>
    <dgm:pt modelId="{D49304C5-F1F8-4555-A277-7295821F5712}" type="sibTrans" cxnId="{B3E2055F-F555-417E-9F7D-C8E8D00FA40A}">
      <dgm:prSet/>
      <dgm:spPr/>
      <dgm:t>
        <a:bodyPr/>
        <a:lstStyle/>
        <a:p>
          <a:endParaRPr lang="en-US" sz="2000"/>
        </a:p>
      </dgm:t>
    </dgm:pt>
    <dgm:pt modelId="{8D2B83D4-3291-4E58-B435-AE5DC87F1719}">
      <dgm:prSet custT="1"/>
      <dgm:spPr/>
      <dgm:t>
        <a:bodyPr/>
        <a:lstStyle/>
        <a:p>
          <a:pPr>
            <a:lnSpc>
              <a:spcPct val="100000"/>
            </a:lnSpc>
          </a:pPr>
          <a:r>
            <a:rPr lang="en-US" sz="2000"/>
            <a:t>Monitor progress regularly, track key performance indicators, and address any challenges or obstacles that arise. </a:t>
          </a:r>
        </a:p>
      </dgm:t>
    </dgm:pt>
    <dgm:pt modelId="{96577836-7EBC-46C2-8199-82B6BEE36DFF}" type="parTrans" cxnId="{57F4AB13-B44D-441A-8205-50F9EE51D1EB}">
      <dgm:prSet/>
      <dgm:spPr/>
      <dgm:t>
        <a:bodyPr/>
        <a:lstStyle/>
        <a:p>
          <a:endParaRPr lang="en-US" sz="2000"/>
        </a:p>
      </dgm:t>
    </dgm:pt>
    <dgm:pt modelId="{631C1268-CF5B-45C7-AA48-9E6F24C45811}" type="sibTrans" cxnId="{57F4AB13-B44D-441A-8205-50F9EE51D1EB}">
      <dgm:prSet/>
      <dgm:spPr/>
      <dgm:t>
        <a:bodyPr/>
        <a:lstStyle/>
        <a:p>
          <a:endParaRPr lang="en-US" sz="2000"/>
        </a:p>
      </dgm:t>
    </dgm:pt>
    <dgm:pt modelId="{AF46EA32-847C-4C26-A17F-3645828C95E7}">
      <dgm:prSet custT="1"/>
      <dgm:spPr/>
      <dgm:t>
        <a:bodyPr/>
        <a:lstStyle/>
        <a:p>
          <a:pPr>
            <a:lnSpc>
              <a:spcPct val="100000"/>
            </a:lnSpc>
          </a:pPr>
          <a:r>
            <a:rPr lang="en-US" sz="2000"/>
            <a:t>Engage stakeholders throughout the implementation process and maintain their support.</a:t>
          </a:r>
        </a:p>
      </dgm:t>
    </dgm:pt>
    <dgm:pt modelId="{397C85E0-F4CF-416C-9CDD-BB509C5122AD}" type="parTrans" cxnId="{F882A583-E267-4A7A-9E39-1E4A1605BC6B}">
      <dgm:prSet/>
      <dgm:spPr/>
      <dgm:t>
        <a:bodyPr/>
        <a:lstStyle/>
        <a:p>
          <a:endParaRPr lang="en-US" sz="2000"/>
        </a:p>
      </dgm:t>
    </dgm:pt>
    <dgm:pt modelId="{060F8E0E-69C5-4213-ADA5-BE8882D8C1C2}" type="sibTrans" cxnId="{F882A583-E267-4A7A-9E39-1E4A1605BC6B}">
      <dgm:prSet/>
      <dgm:spPr/>
      <dgm:t>
        <a:bodyPr/>
        <a:lstStyle/>
        <a:p>
          <a:endParaRPr lang="en-US" sz="2000"/>
        </a:p>
      </dgm:t>
    </dgm:pt>
    <dgm:pt modelId="{57441601-0C8C-45BF-ABD6-E35FBF94EFF1}" type="pres">
      <dgm:prSet presAssocID="{025105DE-61EE-4BC4-86F4-146B158A99E4}" presName="root" presStyleCnt="0">
        <dgm:presLayoutVars>
          <dgm:dir/>
          <dgm:resizeHandles val="exact"/>
        </dgm:presLayoutVars>
      </dgm:prSet>
      <dgm:spPr/>
    </dgm:pt>
    <dgm:pt modelId="{22C1BC1F-4510-4E9D-AA2F-360E3128267B}" type="pres">
      <dgm:prSet presAssocID="{9276B80E-EF1A-4B2C-B86C-F68C9108516A}" presName="compNode" presStyleCnt="0"/>
      <dgm:spPr/>
    </dgm:pt>
    <dgm:pt modelId="{6CE60A3B-AA8D-45C4-9970-D990B1DB5DB8}" type="pres">
      <dgm:prSet presAssocID="{9276B80E-EF1A-4B2C-B86C-F68C9108516A}" presName="bgRect" presStyleLbl="bgShp" presStyleIdx="0" presStyleCnt="5"/>
      <dgm:spPr/>
    </dgm:pt>
    <dgm:pt modelId="{749A0E6D-D2B3-4742-A959-A3980678016C}" type="pres">
      <dgm:prSet presAssocID="{9276B80E-EF1A-4B2C-B86C-F68C910851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D6D00D02-A79A-415B-AB33-F38F38DB7847}" type="pres">
      <dgm:prSet presAssocID="{9276B80E-EF1A-4B2C-B86C-F68C9108516A}" presName="spaceRect" presStyleCnt="0"/>
      <dgm:spPr/>
    </dgm:pt>
    <dgm:pt modelId="{E4122B16-31EC-4FF4-BFBC-2C395A04DFCA}" type="pres">
      <dgm:prSet presAssocID="{9276B80E-EF1A-4B2C-B86C-F68C9108516A}" presName="parTx" presStyleLbl="revTx" presStyleIdx="0" presStyleCnt="5">
        <dgm:presLayoutVars>
          <dgm:chMax val="0"/>
          <dgm:chPref val="0"/>
        </dgm:presLayoutVars>
      </dgm:prSet>
      <dgm:spPr/>
    </dgm:pt>
    <dgm:pt modelId="{940B6E46-D05E-4317-90E2-B95266D2B73C}" type="pres">
      <dgm:prSet presAssocID="{F0C4B781-D264-487C-8E6B-68FF319BBA7E}" presName="sibTrans" presStyleCnt="0"/>
      <dgm:spPr/>
    </dgm:pt>
    <dgm:pt modelId="{1D09D094-4650-4274-B7A0-130A65C47980}" type="pres">
      <dgm:prSet presAssocID="{D8374A7B-46E5-4F9B-B4F5-608AEA25669C}" presName="compNode" presStyleCnt="0"/>
      <dgm:spPr/>
    </dgm:pt>
    <dgm:pt modelId="{0C42D0E6-DE0F-4B59-9DD7-2F57F1B47540}" type="pres">
      <dgm:prSet presAssocID="{D8374A7B-46E5-4F9B-B4F5-608AEA25669C}" presName="bgRect" presStyleLbl="bgShp" presStyleIdx="1" presStyleCnt="5"/>
      <dgm:spPr/>
    </dgm:pt>
    <dgm:pt modelId="{D67EF542-B0A0-4CDE-B94B-13FB2B947C24}" type="pres">
      <dgm:prSet presAssocID="{D8374A7B-46E5-4F9B-B4F5-608AEA25669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F49A3C31-0EA4-48FF-A38C-9DD56E7DF2E0}" type="pres">
      <dgm:prSet presAssocID="{D8374A7B-46E5-4F9B-B4F5-608AEA25669C}" presName="spaceRect" presStyleCnt="0"/>
      <dgm:spPr/>
    </dgm:pt>
    <dgm:pt modelId="{F1A7E7B8-484A-445D-9E71-EF4E9A18D50A}" type="pres">
      <dgm:prSet presAssocID="{D8374A7B-46E5-4F9B-B4F5-608AEA25669C}" presName="parTx" presStyleLbl="revTx" presStyleIdx="1" presStyleCnt="5">
        <dgm:presLayoutVars>
          <dgm:chMax val="0"/>
          <dgm:chPref val="0"/>
        </dgm:presLayoutVars>
      </dgm:prSet>
      <dgm:spPr/>
    </dgm:pt>
    <dgm:pt modelId="{418B7033-4EF0-436B-8C46-E2DAD8CEE8C8}" type="pres">
      <dgm:prSet presAssocID="{DFC62989-8D38-4F3E-89A6-F3DD503D4651}" presName="sibTrans" presStyleCnt="0"/>
      <dgm:spPr/>
    </dgm:pt>
    <dgm:pt modelId="{DC87A676-0AFE-45CF-B590-C590CBF62029}" type="pres">
      <dgm:prSet presAssocID="{690AF00F-BE54-411F-AAEB-B241B9844411}" presName="compNode" presStyleCnt="0"/>
      <dgm:spPr/>
    </dgm:pt>
    <dgm:pt modelId="{13CB73D5-6900-4911-91E5-8C5243E19813}" type="pres">
      <dgm:prSet presAssocID="{690AF00F-BE54-411F-AAEB-B241B9844411}" presName="bgRect" presStyleLbl="bgShp" presStyleIdx="2" presStyleCnt="5"/>
      <dgm:spPr/>
    </dgm:pt>
    <dgm:pt modelId="{DD43E333-E5B7-490A-8C46-42FBA299DC97}" type="pres">
      <dgm:prSet presAssocID="{690AF00F-BE54-411F-AAEB-B241B984441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75126D3D-BA35-4827-9E6F-DE380DE3D557}" type="pres">
      <dgm:prSet presAssocID="{690AF00F-BE54-411F-AAEB-B241B9844411}" presName="spaceRect" presStyleCnt="0"/>
      <dgm:spPr/>
    </dgm:pt>
    <dgm:pt modelId="{235E4807-BF5D-41CB-B0A8-72B85EDAF0A6}" type="pres">
      <dgm:prSet presAssocID="{690AF00F-BE54-411F-AAEB-B241B9844411}" presName="parTx" presStyleLbl="revTx" presStyleIdx="2" presStyleCnt="5">
        <dgm:presLayoutVars>
          <dgm:chMax val="0"/>
          <dgm:chPref val="0"/>
        </dgm:presLayoutVars>
      </dgm:prSet>
      <dgm:spPr/>
    </dgm:pt>
    <dgm:pt modelId="{4283FEC3-9178-49FF-B374-E86916B8C88E}" type="pres">
      <dgm:prSet presAssocID="{D49304C5-F1F8-4555-A277-7295821F5712}" presName="sibTrans" presStyleCnt="0"/>
      <dgm:spPr/>
    </dgm:pt>
    <dgm:pt modelId="{A733C4E7-1779-42CD-AD35-10D21F11BFFF}" type="pres">
      <dgm:prSet presAssocID="{8D2B83D4-3291-4E58-B435-AE5DC87F1719}" presName="compNode" presStyleCnt="0"/>
      <dgm:spPr/>
    </dgm:pt>
    <dgm:pt modelId="{B05ACEC0-F022-48A9-A980-99EE981577C0}" type="pres">
      <dgm:prSet presAssocID="{8D2B83D4-3291-4E58-B435-AE5DC87F1719}" presName="bgRect" presStyleLbl="bgShp" presStyleIdx="3" presStyleCnt="5"/>
      <dgm:spPr/>
    </dgm:pt>
    <dgm:pt modelId="{54BB2B29-B672-4D7B-B8EC-749CF8AE4ABD}" type="pres">
      <dgm:prSet presAssocID="{8D2B83D4-3291-4E58-B435-AE5DC87F171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58F934D1-0523-4DDD-8B97-767ECDF5F87E}" type="pres">
      <dgm:prSet presAssocID="{8D2B83D4-3291-4E58-B435-AE5DC87F1719}" presName="spaceRect" presStyleCnt="0"/>
      <dgm:spPr/>
    </dgm:pt>
    <dgm:pt modelId="{BDD05848-ADAE-4182-881C-9390C8BC4B15}" type="pres">
      <dgm:prSet presAssocID="{8D2B83D4-3291-4E58-B435-AE5DC87F1719}" presName="parTx" presStyleLbl="revTx" presStyleIdx="3" presStyleCnt="5">
        <dgm:presLayoutVars>
          <dgm:chMax val="0"/>
          <dgm:chPref val="0"/>
        </dgm:presLayoutVars>
      </dgm:prSet>
      <dgm:spPr/>
    </dgm:pt>
    <dgm:pt modelId="{6E7ADAC8-4254-4EF9-B581-23C52F7AEB6A}" type="pres">
      <dgm:prSet presAssocID="{631C1268-CF5B-45C7-AA48-9E6F24C45811}" presName="sibTrans" presStyleCnt="0"/>
      <dgm:spPr/>
    </dgm:pt>
    <dgm:pt modelId="{DC598D21-1DFE-486E-B6BE-520BCFCA147F}" type="pres">
      <dgm:prSet presAssocID="{AF46EA32-847C-4C26-A17F-3645828C95E7}" presName="compNode" presStyleCnt="0"/>
      <dgm:spPr/>
    </dgm:pt>
    <dgm:pt modelId="{88AD9205-E5BF-4840-B809-CA39427A9B28}" type="pres">
      <dgm:prSet presAssocID="{AF46EA32-847C-4C26-A17F-3645828C95E7}" presName="bgRect" presStyleLbl="bgShp" presStyleIdx="4" presStyleCnt="5"/>
      <dgm:spPr/>
    </dgm:pt>
    <dgm:pt modelId="{9C89EAB3-F6A6-4885-86C7-5B561B0C450B}" type="pres">
      <dgm:prSet presAssocID="{AF46EA32-847C-4C26-A17F-3645828C95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03F3C2B5-7207-47CA-90A6-74EB1FAAD288}" type="pres">
      <dgm:prSet presAssocID="{AF46EA32-847C-4C26-A17F-3645828C95E7}" presName="spaceRect" presStyleCnt="0"/>
      <dgm:spPr/>
    </dgm:pt>
    <dgm:pt modelId="{B12F6296-2DA7-4CA7-9C4C-015A4F477CED}" type="pres">
      <dgm:prSet presAssocID="{AF46EA32-847C-4C26-A17F-3645828C95E7}" presName="parTx" presStyleLbl="revTx" presStyleIdx="4" presStyleCnt="5">
        <dgm:presLayoutVars>
          <dgm:chMax val="0"/>
          <dgm:chPref val="0"/>
        </dgm:presLayoutVars>
      </dgm:prSet>
      <dgm:spPr/>
    </dgm:pt>
  </dgm:ptLst>
  <dgm:cxnLst>
    <dgm:cxn modelId="{57F4AB13-B44D-441A-8205-50F9EE51D1EB}" srcId="{025105DE-61EE-4BC4-86F4-146B158A99E4}" destId="{8D2B83D4-3291-4E58-B435-AE5DC87F1719}" srcOrd="3" destOrd="0" parTransId="{96577836-7EBC-46C2-8199-82B6BEE36DFF}" sibTransId="{631C1268-CF5B-45C7-AA48-9E6F24C45811}"/>
    <dgm:cxn modelId="{443B4A25-E417-4AC6-8269-5A5C046F8024}" type="presOf" srcId="{AF46EA32-847C-4C26-A17F-3645828C95E7}" destId="{B12F6296-2DA7-4CA7-9C4C-015A4F477CED}" srcOrd="0" destOrd="0" presId="urn:microsoft.com/office/officeart/2018/2/layout/IconVerticalSolidList"/>
    <dgm:cxn modelId="{B3E2055F-F555-417E-9F7D-C8E8D00FA40A}" srcId="{025105DE-61EE-4BC4-86F4-146B158A99E4}" destId="{690AF00F-BE54-411F-AAEB-B241B9844411}" srcOrd="2" destOrd="0" parTransId="{827F379E-F48A-4935-8A58-FF8743F53277}" sibTransId="{D49304C5-F1F8-4555-A277-7295821F5712}"/>
    <dgm:cxn modelId="{606BAC61-0473-42EC-ABEF-6FA2CD91EFC0}" type="presOf" srcId="{9276B80E-EF1A-4B2C-B86C-F68C9108516A}" destId="{E4122B16-31EC-4FF4-BFBC-2C395A04DFCA}" srcOrd="0" destOrd="0" presId="urn:microsoft.com/office/officeart/2018/2/layout/IconVerticalSolidList"/>
    <dgm:cxn modelId="{1384F642-108B-42AE-B4D2-CEB0AC4104AC}" type="presOf" srcId="{690AF00F-BE54-411F-AAEB-B241B9844411}" destId="{235E4807-BF5D-41CB-B0A8-72B85EDAF0A6}" srcOrd="0" destOrd="0" presId="urn:microsoft.com/office/officeart/2018/2/layout/IconVerticalSolidList"/>
    <dgm:cxn modelId="{F882A583-E267-4A7A-9E39-1E4A1605BC6B}" srcId="{025105DE-61EE-4BC4-86F4-146B158A99E4}" destId="{AF46EA32-847C-4C26-A17F-3645828C95E7}" srcOrd="4" destOrd="0" parTransId="{397C85E0-F4CF-416C-9CDD-BB509C5122AD}" sibTransId="{060F8E0E-69C5-4213-ADA5-BE8882D8C1C2}"/>
    <dgm:cxn modelId="{32B43495-5E6A-41C9-9487-3252C47F18EB}" srcId="{025105DE-61EE-4BC4-86F4-146B158A99E4}" destId="{D8374A7B-46E5-4F9B-B4F5-608AEA25669C}" srcOrd="1" destOrd="0" parTransId="{5AFFF291-E8F5-47C9-BF7D-A11B2B4829E6}" sibTransId="{DFC62989-8D38-4F3E-89A6-F3DD503D4651}"/>
    <dgm:cxn modelId="{7B208CB0-6874-4A5D-BFE4-2112069D60D8}" type="presOf" srcId="{8D2B83D4-3291-4E58-B435-AE5DC87F1719}" destId="{BDD05848-ADAE-4182-881C-9390C8BC4B15}" srcOrd="0" destOrd="0" presId="urn:microsoft.com/office/officeart/2018/2/layout/IconVerticalSolidList"/>
    <dgm:cxn modelId="{A1F695B9-687C-4483-BC62-D16478221C7E}" type="presOf" srcId="{025105DE-61EE-4BC4-86F4-146B158A99E4}" destId="{57441601-0C8C-45BF-ABD6-E35FBF94EFF1}" srcOrd="0" destOrd="0" presId="urn:microsoft.com/office/officeart/2018/2/layout/IconVerticalSolidList"/>
    <dgm:cxn modelId="{AD3DFCCF-7C37-4A05-BB22-3C1A4658B2DD}" type="presOf" srcId="{D8374A7B-46E5-4F9B-B4F5-608AEA25669C}" destId="{F1A7E7B8-484A-445D-9E71-EF4E9A18D50A}" srcOrd="0" destOrd="0" presId="urn:microsoft.com/office/officeart/2018/2/layout/IconVerticalSolidList"/>
    <dgm:cxn modelId="{606983EB-3B04-4596-8A8B-E0752B7ED226}" srcId="{025105DE-61EE-4BC4-86F4-146B158A99E4}" destId="{9276B80E-EF1A-4B2C-B86C-F68C9108516A}" srcOrd="0" destOrd="0" parTransId="{5E390FF8-EBBF-40AC-B0B0-4C221791BECB}" sibTransId="{F0C4B781-D264-487C-8E6B-68FF319BBA7E}"/>
    <dgm:cxn modelId="{57260768-8BE8-4839-BC7A-41AC20D1E723}" type="presParOf" srcId="{57441601-0C8C-45BF-ABD6-E35FBF94EFF1}" destId="{22C1BC1F-4510-4E9D-AA2F-360E3128267B}" srcOrd="0" destOrd="0" presId="urn:microsoft.com/office/officeart/2018/2/layout/IconVerticalSolidList"/>
    <dgm:cxn modelId="{A9F327A5-94A8-438B-906C-32B0C25D100B}" type="presParOf" srcId="{22C1BC1F-4510-4E9D-AA2F-360E3128267B}" destId="{6CE60A3B-AA8D-45C4-9970-D990B1DB5DB8}" srcOrd="0" destOrd="0" presId="urn:microsoft.com/office/officeart/2018/2/layout/IconVerticalSolidList"/>
    <dgm:cxn modelId="{439E1894-337B-416B-917E-B3D1241F06A7}" type="presParOf" srcId="{22C1BC1F-4510-4E9D-AA2F-360E3128267B}" destId="{749A0E6D-D2B3-4742-A959-A3980678016C}" srcOrd="1" destOrd="0" presId="urn:microsoft.com/office/officeart/2018/2/layout/IconVerticalSolidList"/>
    <dgm:cxn modelId="{1EFD2166-9A38-49B7-8B3E-3D1ED6EB8DEF}" type="presParOf" srcId="{22C1BC1F-4510-4E9D-AA2F-360E3128267B}" destId="{D6D00D02-A79A-415B-AB33-F38F38DB7847}" srcOrd="2" destOrd="0" presId="urn:microsoft.com/office/officeart/2018/2/layout/IconVerticalSolidList"/>
    <dgm:cxn modelId="{5EA006FF-E608-40C8-B018-6968A96F55BA}" type="presParOf" srcId="{22C1BC1F-4510-4E9D-AA2F-360E3128267B}" destId="{E4122B16-31EC-4FF4-BFBC-2C395A04DFCA}" srcOrd="3" destOrd="0" presId="urn:microsoft.com/office/officeart/2018/2/layout/IconVerticalSolidList"/>
    <dgm:cxn modelId="{75B13FF4-F1E4-4BCD-852E-BAAFDDAC4469}" type="presParOf" srcId="{57441601-0C8C-45BF-ABD6-E35FBF94EFF1}" destId="{940B6E46-D05E-4317-90E2-B95266D2B73C}" srcOrd="1" destOrd="0" presId="urn:microsoft.com/office/officeart/2018/2/layout/IconVerticalSolidList"/>
    <dgm:cxn modelId="{5D2E26F3-0C65-4738-8F30-BBE8C4051F75}" type="presParOf" srcId="{57441601-0C8C-45BF-ABD6-E35FBF94EFF1}" destId="{1D09D094-4650-4274-B7A0-130A65C47980}" srcOrd="2" destOrd="0" presId="urn:microsoft.com/office/officeart/2018/2/layout/IconVerticalSolidList"/>
    <dgm:cxn modelId="{EB397470-BA80-4462-9028-60061FB05DF7}" type="presParOf" srcId="{1D09D094-4650-4274-B7A0-130A65C47980}" destId="{0C42D0E6-DE0F-4B59-9DD7-2F57F1B47540}" srcOrd="0" destOrd="0" presId="urn:microsoft.com/office/officeart/2018/2/layout/IconVerticalSolidList"/>
    <dgm:cxn modelId="{7BA6E3F6-E2EE-4489-9458-7E5A00BC3B51}" type="presParOf" srcId="{1D09D094-4650-4274-B7A0-130A65C47980}" destId="{D67EF542-B0A0-4CDE-B94B-13FB2B947C24}" srcOrd="1" destOrd="0" presId="urn:microsoft.com/office/officeart/2018/2/layout/IconVerticalSolidList"/>
    <dgm:cxn modelId="{DE6FAD9D-8D83-4FE4-AE93-F0187F6FBDD5}" type="presParOf" srcId="{1D09D094-4650-4274-B7A0-130A65C47980}" destId="{F49A3C31-0EA4-48FF-A38C-9DD56E7DF2E0}" srcOrd="2" destOrd="0" presId="urn:microsoft.com/office/officeart/2018/2/layout/IconVerticalSolidList"/>
    <dgm:cxn modelId="{D8A1A4D4-71B9-443D-9041-3678FD51E545}" type="presParOf" srcId="{1D09D094-4650-4274-B7A0-130A65C47980}" destId="{F1A7E7B8-484A-445D-9E71-EF4E9A18D50A}" srcOrd="3" destOrd="0" presId="urn:microsoft.com/office/officeart/2018/2/layout/IconVerticalSolidList"/>
    <dgm:cxn modelId="{83D1DA35-1168-481C-A9C9-C44D1D42E1B1}" type="presParOf" srcId="{57441601-0C8C-45BF-ABD6-E35FBF94EFF1}" destId="{418B7033-4EF0-436B-8C46-E2DAD8CEE8C8}" srcOrd="3" destOrd="0" presId="urn:microsoft.com/office/officeart/2018/2/layout/IconVerticalSolidList"/>
    <dgm:cxn modelId="{C3A12BAF-30FD-4CB6-BDB4-E3E52B0146C8}" type="presParOf" srcId="{57441601-0C8C-45BF-ABD6-E35FBF94EFF1}" destId="{DC87A676-0AFE-45CF-B590-C590CBF62029}" srcOrd="4" destOrd="0" presId="urn:microsoft.com/office/officeart/2018/2/layout/IconVerticalSolidList"/>
    <dgm:cxn modelId="{ACB06324-7875-4E8B-8ACF-78AF7BE7FAFC}" type="presParOf" srcId="{DC87A676-0AFE-45CF-B590-C590CBF62029}" destId="{13CB73D5-6900-4911-91E5-8C5243E19813}" srcOrd="0" destOrd="0" presId="urn:microsoft.com/office/officeart/2018/2/layout/IconVerticalSolidList"/>
    <dgm:cxn modelId="{A3B15361-FA65-4541-8334-DEB93A414A87}" type="presParOf" srcId="{DC87A676-0AFE-45CF-B590-C590CBF62029}" destId="{DD43E333-E5B7-490A-8C46-42FBA299DC97}" srcOrd="1" destOrd="0" presId="urn:microsoft.com/office/officeart/2018/2/layout/IconVerticalSolidList"/>
    <dgm:cxn modelId="{78C08CB4-EA9A-43A2-ABB9-5073CB073589}" type="presParOf" srcId="{DC87A676-0AFE-45CF-B590-C590CBF62029}" destId="{75126D3D-BA35-4827-9E6F-DE380DE3D557}" srcOrd="2" destOrd="0" presId="urn:microsoft.com/office/officeart/2018/2/layout/IconVerticalSolidList"/>
    <dgm:cxn modelId="{094BE915-4536-4584-B418-0839EE8BBA3E}" type="presParOf" srcId="{DC87A676-0AFE-45CF-B590-C590CBF62029}" destId="{235E4807-BF5D-41CB-B0A8-72B85EDAF0A6}" srcOrd="3" destOrd="0" presId="urn:microsoft.com/office/officeart/2018/2/layout/IconVerticalSolidList"/>
    <dgm:cxn modelId="{2E47B1A1-08DF-4C70-A96E-705612B15187}" type="presParOf" srcId="{57441601-0C8C-45BF-ABD6-E35FBF94EFF1}" destId="{4283FEC3-9178-49FF-B374-E86916B8C88E}" srcOrd="5" destOrd="0" presId="urn:microsoft.com/office/officeart/2018/2/layout/IconVerticalSolidList"/>
    <dgm:cxn modelId="{0B7B487A-2AB4-436C-8BB7-151CBC83D539}" type="presParOf" srcId="{57441601-0C8C-45BF-ABD6-E35FBF94EFF1}" destId="{A733C4E7-1779-42CD-AD35-10D21F11BFFF}" srcOrd="6" destOrd="0" presId="urn:microsoft.com/office/officeart/2018/2/layout/IconVerticalSolidList"/>
    <dgm:cxn modelId="{987EA4C9-9EAD-4E21-A3E0-DEFD147EA98B}" type="presParOf" srcId="{A733C4E7-1779-42CD-AD35-10D21F11BFFF}" destId="{B05ACEC0-F022-48A9-A980-99EE981577C0}" srcOrd="0" destOrd="0" presId="urn:microsoft.com/office/officeart/2018/2/layout/IconVerticalSolidList"/>
    <dgm:cxn modelId="{2EB690B2-A66D-497D-BC12-FFA67AD03159}" type="presParOf" srcId="{A733C4E7-1779-42CD-AD35-10D21F11BFFF}" destId="{54BB2B29-B672-4D7B-B8EC-749CF8AE4ABD}" srcOrd="1" destOrd="0" presId="urn:microsoft.com/office/officeart/2018/2/layout/IconVerticalSolidList"/>
    <dgm:cxn modelId="{76C8B4B8-9887-4A6F-9A88-81AC64EA4E1B}" type="presParOf" srcId="{A733C4E7-1779-42CD-AD35-10D21F11BFFF}" destId="{58F934D1-0523-4DDD-8B97-767ECDF5F87E}" srcOrd="2" destOrd="0" presId="urn:microsoft.com/office/officeart/2018/2/layout/IconVerticalSolidList"/>
    <dgm:cxn modelId="{57B3C07F-046E-47DB-99BB-FC923FA86D03}" type="presParOf" srcId="{A733C4E7-1779-42CD-AD35-10D21F11BFFF}" destId="{BDD05848-ADAE-4182-881C-9390C8BC4B15}" srcOrd="3" destOrd="0" presId="urn:microsoft.com/office/officeart/2018/2/layout/IconVerticalSolidList"/>
    <dgm:cxn modelId="{B9720DC0-595D-4D26-A3E9-312A2D1222E8}" type="presParOf" srcId="{57441601-0C8C-45BF-ABD6-E35FBF94EFF1}" destId="{6E7ADAC8-4254-4EF9-B581-23C52F7AEB6A}" srcOrd="7" destOrd="0" presId="urn:microsoft.com/office/officeart/2018/2/layout/IconVerticalSolidList"/>
    <dgm:cxn modelId="{E7BF607F-5DFE-4A10-A04F-39009184FAF5}" type="presParOf" srcId="{57441601-0C8C-45BF-ABD6-E35FBF94EFF1}" destId="{DC598D21-1DFE-486E-B6BE-520BCFCA147F}" srcOrd="8" destOrd="0" presId="urn:microsoft.com/office/officeart/2018/2/layout/IconVerticalSolidList"/>
    <dgm:cxn modelId="{29B7CFD5-E1DB-49D4-ADE1-18823E1A07E3}" type="presParOf" srcId="{DC598D21-1DFE-486E-B6BE-520BCFCA147F}" destId="{88AD9205-E5BF-4840-B809-CA39427A9B28}" srcOrd="0" destOrd="0" presId="urn:microsoft.com/office/officeart/2018/2/layout/IconVerticalSolidList"/>
    <dgm:cxn modelId="{B4247649-5216-4D46-AD46-9E97947F3BD1}" type="presParOf" srcId="{DC598D21-1DFE-486E-B6BE-520BCFCA147F}" destId="{9C89EAB3-F6A6-4885-86C7-5B561B0C450B}" srcOrd="1" destOrd="0" presId="urn:microsoft.com/office/officeart/2018/2/layout/IconVerticalSolidList"/>
    <dgm:cxn modelId="{9DBCB1A8-649B-4D39-B66E-F9A1D6E2ED7D}" type="presParOf" srcId="{DC598D21-1DFE-486E-B6BE-520BCFCA147F}" destId="{03F3C2B5-7207-47CA-90A6-74EB1FAAD288}" srcOrd="2" destOrd="0" presId="urn:microsoft.com/office/officeart/2018/2/layout/IconVerticalSolidList"/>
    <dgm:cxn modelId="{7BAC3925-CA91-4313-91F5-EACC30221A03}" type="presParOf" srcId="{DC598D21-1DFE-486E-B6BE-520BCFCA147F}" destId="{B12F6296-2DA7-4CA7-9C4C-015A4F477CE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AA4E4C-7D80-4E3F-A081-0B0BC813A11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DA54AB4-B6B5-4C9C-9777-AF37302030CA}">
      <dgm:prSet custT="1"/>
      <dgm:spPr/>
      <dgm:t>
        <a:bodyPr/>
        <a:lstStyle/>
        <a:p>
          <a:r>
            <a:rPr lang="en-US" sz="2000"/>
            <a:t>Continuously monitor and evaluate the implemented solution to assess its effectiveness, efficiency, and impact. </a:t>
          </a:r>
        </a:p>
      </dgm:t>
    </dgm:pt>
    <dgm:pt modelId="{FADD4A61-C180-42A3-816D-C0D4C3CD2077}" type="parTrans" cxnId="{F14A5710-B73A-4390-BF39-E4D8B6E2EC98}">
      <dgm:prSet/>
      <dgm:spPr/>
      <dgm:t>
        <a:bodyPr/>
        <a:lstStyle/>
        <a:p>
          <a:endParaRPr lang="en-US"/>
        </a:p>
      </dgm:t>
    </dgm:pt>
    <dgm:pt modelId="{CDED04E0-2CB8-40D6-983C-444BC1B973DE}" type="sibTrans" cxnId="{F14A5710-B73A-4390-BF39-E4D8B6E2EC98}">
      <dgm:prSet/>
      <dgm:spPr/>
      <dgm:t>
        <a:bodyPr/>
        <a:lstStyle/>
        <a:p>
          <a:endParaRPr lang="en-US"/>
        </a:p>
      </dgm:t>
    </dgm:pt>
    <dgm:pt modelId="{F0E86E34-DCAF-44B8-BC96-23708CE0CC60}">
      <dgm:prSet custT="1"/>
      <dgm:spPr/>
      <dgm:t>
        <a:bodyPr/>
        <a:lstStyle/>
        <a:p>
          <a:r>
            <a:rPr lang="en-US" sz="2000"/>
            <a:t>Collect feedback from stakeholders, conduct surveys, and analyze performance data. </a:t>
          </a:r>
        </a:p>
      </dgm:t>
    </dgm:pt>
    <dgm:pt modelId="{1356474F-10AF-48EB-86C4-E10C45E59FF5}" type="parTrans" cxnId="{35E62A5F-780C-4C5E-9080-96B6186C65F2}">
      <dgm:prSet/>
      <dgm:spPr/>
      <dgm:t>
        <a:bodyPr/>
        <a:lstStyle/>
        <a:p>
          <a:endParaRPr lang="en-US"/>
        </a:p>
      </dgm:t>
    </dgm:pt>
    <dgm:pt modelId="{40545225-96DA-4D38-A754-4648DD8C02DD}" type="sibTrans" cxnId="{35E62A5F-780C-4C5E-9080-96B6186C65F2}">
      <dgm:prSet/>
      <dgm:spPr/>
      <dgm:t>
        <a:bodyPr/>
        <a:lstStyle/>
        <a:p>
          <a:endParaRPr lang="en-US"/>
        </a:p>
      </dgm:t>
    </dgm:pt>
    <dgm:pt modelId="{55D64AA6-D2BA-41C0-8CA5-3183F1396A98}">
      <dgm:prSet custT="1"/>
      <dgm:spPr/>
      <dgm:t>
        <a:bodyPr/>
        <a:lstStyle/>
        <a:p>
          <a:r>
            <a:rPr lang="en-US" sz="2000"/>
            <a:t>Identify areas for improvement and document lessons learned. </a:t>
          </a:r>
        </a:p>
      </dgm:t>
    </dgm:pt>
    <dgm:pt modelId="{4F1D2644-FABB-4B05-AF21-5D60677DB974}" type="parTrans" cxnId="{DBD0B215-8703-4BF8-B46F-B91BCBE34B92}">
      <dgm:prSet/>
      <dgm:spPr/>
      <dgm:t>
        <a:bodyPr/>
        <a:lstStyle/>
        <a:p>
          <a:endParaRPr lang="en-US"/>
        </a:p>
      </dgm:t>
    </dgm:pt>
    <dgm:pt modelId="{C7536FFB-1DB1-4352-8B7D-99DA49BAD468}" type="sibTrans" cxnId="{DBD0B215-8703-4BF8-B46F-B91BCBE34B92}">
      <dgm:prSet/>
      <dgm:spPr/>
      <dgm:t>
        <a:bodyPr/>
        <a:lstStyle/>
        <a:p>
          <a:endParaRPr lang="en-US"/>
        </a:p>
      </dgm:t>
    </dgm:pt>
    <dgm:pt modelId="{14B2828F-47A0-40D7-8FDC-A0B6ED1B8A1D}">
      <dgm:prSet custT="1"/>
      <dgm:spPr/>
      <dgm:t>
        <a:bodyPr/>
        <a:lstStyle/>
        <a:p>
          <a:r>
            <a:rPr lang="en-US" sz="1800"/>
            <a:t>Based on the findings, iterate and refine the solution, making necessary adjustments and enhancements.</a:t>
          </a:r>
        </a:p>
      </dgm:t>
    </dgm:pt>
    <dgm:pt modelId="{16908287-97FE-4DA6-9C75-E9F86AC32EFF}" type="parTrans" cxnId="{24B4AA06-C5F4-4610-BCCF-4A4FE8BCE7C6}">
      <dgm:prSet/>
      <dgm:spPr/>
      <dgm:t>
        <a:bodyPr/>
        <a:lstStyle/>
        <a:p>
          <a:endParaRPr lang="en-US"/>
        </a:p>
      </dgm:t>
    </dgm:pt>
    <dgm:pt modelId="{31B76F70-4D22-41A3-8A5F-925CFCD4D56B}" type="sibTrans" cxnId="{24B4AA06-C5F4-4610-BCCF-4A4FE8BCE7C6}">
      <dgm:prSet/>
      <dgm:spPr/>
      <dgm:t>
        <a:bodyPr/>
        <a:lstStyle/>
        <a:p>
          <a:endParaRPr lang="en-US"/>
        </a:p>
      </dgm:t>
    </dgm:pt>
    <dgm:pt modelId="{84743DCB-B614-488F-8846-9B64FD8EBD11}">
      <dgm:prSet custT="1"/>
      <dgm:spPr/>
      <dgm:t>
        <a:bodyPr/>
        <a:lstStyle/>
        <a:p>
          <a:r>
            <a:rPr lang="en-US" sz="1600"/>
            <a:t>If necessary, restart the CSW process from the context analysis stage to address emerging problems or changing circumstances. Foster a culture of continuous improvement, innovation, and adaptability to ensure the long-term success of the solution.</a:t>
          </a:r>
        </a:p>
      </dgm:t>
    </dgm:pt>
    <dgm:pt modelId="{1360A425-0F20-49CF-AFB4-9C06D134EF4A}" type="parTrans" cxnId="{805AD84E-434C-438A-84DD-CE6735BEFDF2}">
      <dgm:prSet/>
      <dgm:spPr/>
      <dgm:t>
        <a:bodyPr/>
        <a:lstStyle/>
        <a:p>
          <a:endParaRPr lang="en-US"/>
        </a:p>
      </dgm:t>
    </dgm:pt>
    <dgm:pt modelId="{14831403-B8C5-4E44-99AC-EB64AD595AF0}" type="sibTrans" cxnId="{805AD84E-434C-438A-84DD-CE6735BEFDF2}">
      <dgm:prSet/>
      <dgm:spPr/>
      <dgm:t>
        <a:bodyPr/>
        <a:lstStyle/>
        <a:p>
          <a:endParaRPr lang="en-US"/>
        </a:p>
      </dgm:t>
    </dgm:pt>
    <dgm:pt modelId="{8884A2DE-AEF2-4575-AE1A-6CA4A4D21CE1}" type="pres">
      <dgm:prSet presAssocID="{66AA4E4C-7D80-4E3F-A081-0B0BC813A111}" presName="root" presStyleCnt="0">
        <dgm:presLayoutVars>
          <dgm:dir/>
          <dgm:resizeHandles val="exact"/>
        </dgm:presLayoutVars>
      </dgm:prSet>
      <dgm:spPr/>
    </dgm:pt>
    <dgm:pt modelId="{17F2AF3F-BC7A-4545-837A-20EDBF42A4CF}" type="pres">
      <dgm:prSet presAssocID="{0DA54AB4-B6B5-4C9C-9777-AF37302030CA}" presName="compNode" presStyleCnt="0"/>
      <dgm:spPr/>
    </dgm:pt>
    <dgm:pt modelId="{3D617656-0B4F-49DE-80BE-7F5919A73FD3}" type="pres">
      <dgm:prSet presAssocID="{0DA54AB4-B6B5-4C9C-9777-AF37302030CA}" presName="bgRect" presStyleLbl="bgShp" presStyleIdx="0" presStyleCnt="5"/>
      <dgm:spPr/>
    </dgm:pt>
    <dgm:pt modelId="{E6AA7201-3967-4EEE-8874-6D99C4198C2A}" type="pres">
      <dgm:prSet presAssocID="{0DA54AB4-B6B5-4C9C-9777-AF37302030C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5088C7DE-D7B3-413E-88A6-E2160099CFD1}" type="pres">
      <dgm:prSet presAssocID="{0DA54AB4-B6B5-4C9C-9777-AF37302030CA}" presName="spaceRect" presStyleCnt="0"/>
      <dgm:spPr/>
    </dgm:pt>
    <dgm:pt modelId="{D28C350E-3640-4432-801C-86BC244A602C}" type="pres">
      <dgm:prSet presAssocID="{0DA54AB4-B6B5-4C9C-9777-AF37302030CA}" presName="parTx" presStyleLbl="revTx" presStyleIdx="0" presStyleCnt="5">
        <dgm:presLayoutVars>
          <dgm:chMax val="0"/>
          <dgm:chPref val="0"/>
        </dgm:presLayoutVars>
      </dgm:prSet>
      <dgm:spPr/>
    </dgm:pt>
    <dgm:pt modelId="{9EB94B8B-60B9-4649-96ED-DC0A85F60A67}" type="pres">
      <dgm:prSet presAssocID="{CDED04E0-2CB8-40D6-983C-444BC1B973DE}" presName="sibTrans" presStyleCnt="0"/>
      <dgm:spPr/>
    </dgm:pt>
    <dgm:pt modelId="{474F9C87-0B20-4216-B36B-787FFB618124}" type="pres">
      <dgm:prSet presAssocID="{F0E86E34-DCAF-44B8-BC96-23708CE0CC60}" presName="compNode" presStyleCnt="0"/>
      <dgm:spPr/>
    </dgm:pt>
    <dgm:pt modelId="{1CA5A5A4-92CA-4E17-A55F-C462714F504E}" type="pres">
      <dgm:prSet presAssocID="{F0E86E34-DCAF-44B8-BC96-23708CE0CC60}" presName="bgRect" presStyleLbl="bgShp" presStyleIdx="1" presStyleCnt="5"/>
      <dgm:spPr/>
    </dgm:pt>
    <dgm:pt modelId="{C12E2C28-EAC7-43CF-8EBF-A65D65BD3DE2}" type="pres">
      <dgm:prSet presAssocID="{F0E86E34-DCAF-44B8-BC96-23708CE0CC6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0367BFC6-14DD-4973-B2BC-0CA1C115D3CC}" type="pres">
      <dgm:prSet presAssocID="{F0E86E34-DCAF-44B8-BC96-23708CE0CC60}" presName="spaceRect" presStyleCnt="0"/>
      <dgm:spPr/>
    </dgm:pt>
    <dgm:pt modelId="{9109179F-A384-452F-9249-07EB34F7C8F3}" type="pres">
      <dgm:prSet presAssocID="{F0E86E34-DCAF-44B8-BC96-23708CE0CC60}" presName="parTx" presStyleLbl="revTx" presStyleIdx="1" presStyleCnt="5">
        <dgm:presLayoutVars>
          <dgm:chMax val="0"/>
          <dgm:chPref val="0"/>
        </dgm:presLayoutVars>
      </dgm:prSet>
      <dgm:spPr/>
    </dgm:pt>
    <dgm:pt modelId="{AF1180E7-9F53-4C4E-908F-55AFDF038AAF}" type="pres">
      <dgm:prSet presAssocID="{40545225-96DA-4D38-A754-4648DD8C02DD}" presName="sibTrans" presStyleCnt="0"/>
      <dgm:spPr/>
    </dgm:pt>
    <dgm:pt modelId="{3DA79B38-E002-4100-98B9-06005B0C1240}" type="pres">
      <dgm:prSet presAssocID="{55D64AA6-D2BA-41C0-8CA5-3183F1396A98}" presName="compNode" presStyleCnt="0"/>
      <dgm:spPr/>
    </dgm:pt>
    <dgm:pt modelId="{DB61BEBA-03B8-4113-9B57-FD3F985CF729}" type="pres">
      <dgm:prSet presAssocID="{55D64AA6-D2BA-41C0-8CA5-3183F1396A98}" presName="bgRect" presStyleLbl="bgShp" presStyleIdx="2" presStyleCnt="5"/>
      <dgm:spPr/>
    </dgm:pt>
    <dgm:pt modelId="{2A78E86B-74CC-4057-8DF0-64E2DA9C0D81}" type="pres">
      <dgm:prSet presAssocID="{55D64AA6-D2BA-41C0-8CA5-3183F1396A9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CD2026F-58F6-45A4-B227-DB95FA234BB0}" type="pres">
      <dgm:prSet presAssocID="{55D64AA6-D2BA-41C0-8CA5-3183F1396A98}" presName="spaceRect" presStyleCnt="0"/>
      <dgm:spPr/>
    </dgm:pt>
    <dgm:pt modelId="{FA4B5853-EDED-4DF7-B6CA-1517BB0ECA9D}" type="pres">
      <dgm:prSet presAssocID="{55D64AA6-D2BA-41C0-8CA5-3183F1396A98}" presName="parTx" presStyleLbl="revTx" presStyleIdx="2" presStyleCnt="5">
        <dgm:presLayoutVars>
          <dgm:chMax val="0"/>
          <dgm:chPref val="0"/>
        </dgm:presLayoutVars>
      </dgm:prSet>
      <dgm:spPr/>
    </dgm:pt>
    <dgm:pt modelId="{2CCC7087-3928-4AD5-8F60-3FEF080586AC}" type="pres">
      <dgm:prSet presAssocID="{C7536FFB-1DB1-4352-8B7D-99DA49BAD468}" presName="sibTrans" presStyleCnt="0"/>
      <dgm:spPr/>
    </dgm:pt>
    <dgm:pt modelId="{92534481-D093-4169-9302-1E5A2EB6CE24}" type="pres">
      <dgm:prSet presAssocID="{14B2828F-47A0-40D7-8FDC-A0B6ED1B8A1D}" presName="compNode" presStyleCnt="0"/>
      <dgm:spPr/>
    </dgm:pt>
    <dgm:pt modelId="{36A18C92-6153-4965-9495-9DA2301AD0E1}" type="pres">
      <dgm:prSet presAssocID="{14B2828F-47A0-40D7-8FDC-A0B6ED1B8A1D}" presName="bgRect" presStyleLbl="bgShp" presStyleIdx="3" presStyleCnt="5"/>
      <dgm:spPr/>
    </dgm:pt>
    <dgm:pt modelId="{415F05E3-55C2-451D-957E-27509193E34C}" type="pres">
      <dgm:prSet presAssocID="{14B2828F-47A0-40D7-8FDC-A0B6ED1B8A1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kflow"/>
        </a:ext>
      </dgm:extLst>
    </dgm:pt>
    <dgm:pt modelId="{B11283DB-066E-46ED-9FFA-7E9B202EC8BA}" type="pres">
      <dgm:prSet presAssocID="{14B2828F-47A0-40D7-8FDC-A0B6ED1B8A1D}" presName="spaceRect" presStyleCnt="0"/>
      <dgm:spPr/>
    </dgm:pt>
    <dgm:pt modelId="{AD7999BE-349F-4818-8BD6-B5C2D76453CC}" type="pres">
      <dgm:prSet presAssocID="{14B2828F-47A0-40D7-8FDC-A0B6ED1B8A1D}" presName="parTx" presStyleLbl="revTx" presStyleIdx="3" presStyleCnt="5">
        <dgm:presLayoutVars>
          <dgm:chMax val="0"/>
          <dgm:chPref val="0"/>
        </dgm:presLayoutVars>
      </dgm:prSet>
      <dgm:spPr/>
    </dgm:pt>
    <dgm:pt modelId="{9C60F1AF-9CD6-4B5A-8342-377FFF993C6C}" type="pres">
      <dgm:prSet presAssocID="{31B76F70-4D22-41A3-8A5F-925CFCD4D56B}" presName="sibTrans" presStyleCnt="0"/>
      <dgm:spPr/>
    </dgm:pt>
    <dgm:pt modelId="{2AC0BB12-D88A-4D1E-85EE-2892D826DC91}" type="pres">
      <dgm:prSet presAssocID="{84743DCB-B614-488F-8846-9B64FD8EBD11}" presName="compNode" presStyleCnt="0"/>
      <dgm:spPr/>
    </dgm:pt>
    <dgm:pt modelId="{D2840599-5853-4CDA-995B-509758291CDE}" type="pres">
      <dgm:prSet presAssocID="{84743DCB-B614-488F-8846-9B64FD8EBD11}" presName="bgRect" presStyleLbl="bgShp" presStyleIdx="4" presStyleCnt="5" custScaleY="122882"/>
      <dgm:spPr/>
    </dgm:pt>
    <dgm:pt modelId="{13305C43-8F15-4358-92B1-C22AF0D4C5A3}" type="pres">
      <dgm:prSet presAssocID="{84743DCB-B614-488F-8846-9B64FD8EBD1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nching Diagram"/>
        </a:ext>
      </dgm:extLst>
    </dgm:pt>
    <dgm:pt modelId="{B330EDA2-492D-46F3-A0AE-B6CFF7A12589}" type="pres">
      <dgm:prSet presAssocID="{84743DCB-B614-488F-8846-9B64FD8EBD11}" presName="spaceRect" presStyleCnt="0"/>
      <dgm:spPr/>
    </dgm:pt>
    <dgm:pt modelId="{306C632F-0526-4B8A-B9DE-0C647A5BEF7C}" type="pres">
      <dgm:prSet presAssocID="{84743DCB-B614-488F-8846-9B64FD8EBD11}" presName="parTx" presStyleLbl="revTx" presStyleIdx="4" presStyleCnt="5" custLinFactNeighborY="-1351">
        <dgm:presLayoutVars>
          <dgm:chMax val="0"/>
          <dgm:chPref val="0"/>
        </dgm:presLayoutVars>
      </dgm:prSet>
      <dgm:spPr/>
    </dgm:pt>
  </dgm:ptLst>
  <dgm:cxnLst>
    <dgm:cxn modelId="{24B4AA06-C5F4-4610-BCCF-4A4FE8BCE7C6}" srcId="{66AA4E4C-7D80-4E3F-A081-0B0BC813A111}" destId="{14B2828F-47A0-40D7-8FDC-A0B6ED1B8A1D}" srcOrd="3" destOrd="0" parTransId="{16908287-97FE-4DA6-9C75-E9F86AC32EFF}" sibTransId="{31B76F70-4D22-41A3-8A5F-925CFCD4D56B}"/>
    <dgm:cxn modelId="{F14A5710-B73A-4390-BF39-E4D8B6E2EC98}" srcId="{66AA4E4C-7D80-4E3F-A081-0B0BC813A111}" destId="{0DA54AB4-B6B5-4C9C-9777-AF37302030CA}" srcOrd="0" destOrd="0" parTransId="{FADD4A61-C180-42A3-816D-C0D4C3CD2077}" sibTransId="{CDED04E0-2CB8-40D6-983C-444BC1B973DE}"/>
    <dgm:cxn modelId="{DBD0B215-8703-4BF8-B46F-B91BCBE34B92}" srcId="{66AA4E4C-7D80-4E3F-A081-0B0BC813A111}" destId="{55D64AA6-D2BA-41C0-8CA5-3183F1396A98}" srcOrd="2" destOrd="0" parTransId="{4F1D2644-FABB-4B05-AF21-5D60677DB974}" sibTransId="{C7536FFB-1DB1-4352-8B7D-99DA49BAD468}"/>
    <dgm:cxn modelId="{A4EE275C-75E5-4049-97C1-CCFF05E0BE30}" type="presOf" srcId="{66AA4E4C-7D80-4E3F-A081-0B0BC813A111}" destId="{8884A2DE-AEF2-4575-AE1A-6CA4A4D21CE1}" srcOrd="0" destOrd="0" presId="urn:microsoft.com/office/officeart/2018/2/layout/IconVerticalSolidList"/>
    <dgm:cxn modelId="{35E62A5F-780C-4C5E-9080-96B6186C65F2}" srcId="{66AA4E4C-7D80-4E3F-A081-0B0BC813A111}" destId="{F0E86E34-DCAF-44B8-BC96-23708CE0CC60}" srcOrd="1" destOrd="0" parTransId="{1356474F-10AF-48EB-86C4-E10C45E59FF5}" sibTransId="{40545225-96DA-4D38-A754-4648DD8C02DD}"/>
    <dgm:cxn modelId="{6DB73F4E-1337-4331-BEA3-00B54D7616D9}" type="presOf" srcId="{55D64AA6-D2BA-41C0-8CA5-3183F1396A98}" destId="{FA4B5853-EDED-4DF7-B6CA-1517BB0ECA9D}" srcOrd="0" destOrd="0" presId="urn:microsoft.com/office/officeart/2018/2/layout/IconVerticalSolidList"/>
    <dgm:cxn modelId="{805AD84E-434C-438A-84DD-CE6735BEFDF2}" srcId="{66AA4E4C-7D80-4E3F-A081-0B0BC813A111}" destId="{84743DCB-B614-488F-8846-9B64FD8EBD11}" srcOrd="4" destOrd="0" parTransId="{1360A425-0F20-49CF-AFB4-9C06D134EF4A}" sibTransId="{14831403-B8C5-4E44-99AC-EB64AD595AF0}"/>
    <dgm:cxn modelId="{47D59970-C7B8-4134-B642-E2B79E89B1D3}" type="presOf" srcId="{84743DCB-B614-488F-8846-9B64FD8EBD11}" destId="{306C632F-0526-4B8A-B9DE-0C647A5BEF7C}" srcOrd="0" destOrd="0" presId="urn:microsoft.com/office/officeart/2018/2/layout/IconVerticalSolidList"/>
    <dgm:cxn modelId="{D016AA7C-ACCA-456B-9323-D94AED90153D}" type="presOf" srcId="{0DA54AB4-B6B5-4C9C-9777-AF37302030CA}" destId="{D28C350E-3640-4432-801C-86BC244A602C}" srcOrd="0" destOrd="0" presId="urn:microsoft.com/office/officeart/2018/2/layout/IconVerticalSolidList"/>
    <dgm:cxn modelId="{772194A6-D630-4F9C-9DBA-D8EEAAFD8D9E}" type="presOf" srcId="{F0E86E34-DCAF-44B8-BC96-23708CE0CC60}" destId="{9109179F-A384-452F-9249-07EB34F7C8F3}" srcOrd="0" destOrd="0" presId="urn:microsoft.com/office/officeart/2018/2/layout/IconVerticalSolidList"/>
    <dgm:cxn modelId="{158FBFF2-77C3-4753-BBCD-DCCF695CFE65}" type="presOf" srcId="{14B2828F-47A0-40D7-8FDC-A0B6ED1B8A1D}" destId="{AD7999BE-349F-4818-8BD6-B5C2D76453CC}" srcOrd="0" destOrd="0" presId="urn:microsoft.com/office/officeart/2018/2/layout/IconVerticalSolidList"/>
    <dgm:cxn modelId="{35348051-B579-4B41-83D1-3B5C97B2C371}" type="presParOf" srcId="{8884A2DE-AEF2-4575-AE1A-6CA4A4D21CE1}" destId="{17F2AF3F-BC7A-4545-837A-20EDBF42A4CF}" srcOrd="0" destOrd="0" presId="urn:microsoft.com/office/officeart/2018/2/layout/IconVerticalSolidList"/>
    <dgm:cxn modelId="{682AB3C4-C749-4840-A7CF-4EB1F340FD63}" type="presParOf" srcId="{17F2AF3F-BC7A-4545-837A-20EDBF42A4CF}" destId="{3D617656-0B4F-49DE-80BE-7F5919A73FD3}" srcOrd="0" destOrd="0" presId="urn:microsoft.com/office/officeart/2018/2/layout/IconVerticalSolidList"/>
    <dgm:cxn modelId="{4C9F1BD9-C411-4947-8CD2-2E772E52FC35}" type="presParOf" srcId="{17F2AF3F-BC7A-4545-837A-20EDBF42A4CF}" destId="{E6AA7201-3967-4EEE-8874-6D99C4198C2A}" srcOrd="1" destOrd="0" presId="urn:microsoft.com/office/officeart/2018/2/layout/IconVerticalSolidList"/>
    <dgm:cxn modelId="{767A5D3D-53DA-4670-AF1F-96540E134C2E}" type="presParOf" srcId="{17F2AF3F-BC7A-4545-837A-20EDBF42A4CF}" destId="{5088C7DE-D7B3-413E-88A6-E2160099CFD1}" srcOrd="2" destOrd="0" presId="urn:microsoft.com/office/officeart/2018/2/layout/IconVerticalSolidList"/>
    <dgm:cxn modelId="{25D44763-F955-49BA-921D-E40D3CD4BBAA}" type="presParOf" srcId="{17F2AF3F-BC7A-4545-837A-20EDBF42A4CF}" destId="{D28C350E-3640-4432-801C-86BC244A602C}" srcOrd="3" destOrd="0" presId="urn:microsoft.com/office/officeart/2018/2/layout/IconVerticalSolidList"/>
    <dgm:cxn modelId="{9FCDAEBB-DC3C-4808-84F2-125C314EA615}" type="presParOf" srcId="{8884A2DE-AEF2-4575-AE1A-6CA4A4D21CE1}" destId="{9EB94B8B-60B9-4649-96ED-DC0A85F60A67}" srcOrd="1" destOrd="0" presId="urn:microsoft.com/office/officeart/2018/2/layout/IconVerticalSolidList"/>
    <dgm:cxn modelId="{2F08ECF5-447A-46D3-A735-3D2CE191BE1B}" type="presParOf" srcId="{8884A2DE-AEF2-4575-AE1A-6CA4A4D21CE1}" destId="{474F9C87-0B20-4216-B36B-787FFB618124}" srcOrd="2" destOrd="0" presId="urn:microsoft.com/office/officeart/2018/2/layout/IconVerticalSolidList"/>
    <dgm:cxn modelId="{4FEC2B7C-C4A5-41A8-9AF1-44FE17FF1F1F}" type="presParOf" srcId="{474F9C87-0B20-4216-B36B-787FFB618124}" destId="{1CA5A5A4-92CA-4E17-A55F-C462714F504E}" srcOrd="0" destOrd="0" presId="urn:microsoft.com/office/officeart/2018/2/layout/IconVerticalSolidList"/>
    <dgm:cxn modelId="{60F511CF-D1E2-44E0-B56A-6690936C2202}" type="presParOf" srcId="{474F9C87-0B20-4216-B36B-787FFB618124}" destId="{C12E2C28-EAC7-43CF-8EBF-A65D65BD3DE2}" srcOrd="1" destOrd="0" presId="urn:microsoft.com/office/officeart/2018/2/layout/IconVerticalSolidList"/>
    <dgm:cxn modelId="{B4EF8372-9F60-425A-B09C-C3845D9BD941}" type="presParOf" srcId="{474F9C87-0B20-4216-B36B-787FFB618124}" destId="{0367BFC6-14DD-4973-B2BC-0CA1C115D3CC}" srcOrd="2" destOrd="0" presId="urn:microsoft.com/office/officeart/2018/2/layout/IconVerticalSolidList"/>
    <dgm:cxn modelId="{531D1654-BA3D-4F2F-8ECB-28959AD3420E}" type="presParOf" srcId="{474F9C87-0B20-4216-B36B-787FFB618124}" destId="{9109179F-A384-452F-9249-07EB34F7C8F3}" srcOrd="3" destOrd="0" presId="urn:microsoft.com/office/officeart/2018/2/layout/IconVerticalSolidList"/>
    <dgm:cxn modelId="{1C6C9C0E-7A6A-4E33-A333-A8F807B66968}" type="presParOf" srcId="{8884A2DE-AEF2-4575-AE1A-6CA4A4D21CE1}" destId="{AF1180E7-9F53-4C4E-908F-55AFDF038AAF}" srcOrd="3" destOrd="0" presId="urn:microsoft.com/office/officeart/2018/2/layout/IconVerticalSolidList"/>
    <dgm:cxn modelId="{72484389-0158-4E64-B56C-B35703DD03C9}" type="presParOf" srcId="{8884A2DE-AEF2-4575-AE1A-6CA4A4D21CE1}" destId="{3DA79B38-E002-4100-98B9-06005B0C1240}" srcOrd="4" destOrd="0" presId="urn:microsoft.com/office/officeart/2018/2/layout/IconVerticalSolidList"/>
    <dgm:cxn modelId="{484F153D-1D63-4BE1-A946-2B0CDAD8898A}" type="presParOf" srcId="{3DA79B38-E002-4100-98B9-06005B0C1240}" destId="{DB61BEBA-03B8-4113-9B57-FD3F985CF729}" srcOrd="0" destOrd="0" presId="urn:microsoft.com/office/officeart/2018/2/layout/IconVerticalSolidList"/>
    <dgm:cxn modelId="{81633994-94C9-4117-9546-5C5543D92CA2}" type="presParOf" srcId="{3DA79B38-E002-4100-98B9-06005B0C1240}" destId="{2A78E86B-74CC-4057-8DF0-64E2DA9C0D81}" srcOrd="1" destOrd="0" presId="urn:microsoft.com/office/officeart/2018/2/layout/IconVerticalSolidList"/>
    <dgm:cxn modelId="{6410A68C-886C-406D-9A74-CECB14ED35D1}" type="presParOf" srcId="{3DA79B38-E002-4100-98B9-06005B0C1240}" destId="{1CD2026F-58F6-45A4-B227-DB95FA234BB0}" srcOrd="2" destOrd="0" presId="urn:microsoft.com/office/officeart/2018/2/layout/IconVerticalSolidList"/>
    <dgm:cxn modelId="{20628111-D5D8-4B72-B169-51A239670A6F}" type="presParOf" srcId="{3DA79B38-E002-4100-98B9-06005B0C1240}" destId="{FA4B5853-EDED-4DF7-B6CA-1517BB0ECA9D}" srcOrd="3" destOrd="0" presId="urn:microsoft.com/office/officeart/2018/2/layout/IconVerticalSolidList"/>
    <dgm:cxn modelId="{F8B4167B-0F7D-4D4B-BF92-E5A83238C700}" type="presParOf" srcId="{8884A2DE-AEF2-4575-AE1A-6CA4A4D21CE1}" destId="{2CCC7087-3928-4AD5-8F60-3FEF080586AC}" srcOrd="5" destOrd="0" presId="urn:microsoft.com/office/officeart/2018/2/layout/IconVerticalSolidList"/>
    <dgm:cxn modelId="{12A0106D-6739-4A09-833D-89C16AAA5C2C}" type="presParOf" srcId="{8884A2DE-AEF2-4575-AE1A-6CA4A4D21CE1}" destId="{92534481-D093-4169-9302-1E5A2EB6CE24}" srcOrd="6" destOrd="0" presId="urn:microsoft.com/office/officeart/2018/2/layout/IconVerticalSolidList"/>
    <dgm:cxn modelId="{7968B558-59EA-4F59-8CCB-CA79CE9B8B02}" type="presParOf" srcId="{92534481-D093-4169-9302-1E5A2EB6CE24}" destId="{36A18C92-6153-4965-9495-9DA2301AD0E1}" srcOrd="0" destOrd="0" presId="urn:microsoft.com/office/officeart/2018/2/layout/IconVerticalSolidList"/>
    <dgm:cxn modelId="{B7F956B0-53D8-4D47-8F70-0D4BA68551DD}" type="presParOf" srcId="{92534481-D093-4169-9302-1E5A2EB6CE24}" destId="{415F05E3-55C2-451D-957E-27509193E34C}" srcOrd="1" destOrd="0" presId="urn:microsoft.com/office/officeart/2018/2/layout/IconVerticalSolidList"/>
    <dgm:cxn modelId="{802D916F-F106-40B4-98A7-179C72DDAEDF}" type="presParOf" srcId="{92534481-D093-4169-9302-1E5A2EB6CE24}" destId="{B11283DB-066E-46ED-9FFA-7E9B202EC8BA}" srcOrd="2" destOrd="0" presId="urn:microsoft.com/office/officeart/2018/2/layout/IconVerticalSolidList"/>
    <dgm:cxn modelId="{4B14028B-6178-4993-A8F2-3DF9FFF418B0}" type="presParOf" srcId="{92534481-D093-4169-9302-1E5A2EB6CE24}" destId="{AD7999BE-349F-4818-8BD6-B5C2D76453CC}" srcOrd="3" destOrd="0" presId="urn:microsoft.com/office/officeart/2018/2/layout/IconVerticalSolidList"/>
    <dgm:cxn modelId="{7779D98F-4F89-43FA-940B-EE51E55F1272}" type="presParOf" srcId="{8884A2DE-AEF2-4575-AE1A-6CA4A4D21CE1}" destId="{9C60F1AF-9CD6-4B5A-8342-377FFF993C6C}" srcOrd="7" destOrd="0" presId="urn:microsoft.com/office/officeart/2018/2/layout/IconVerticalSolidList"/>
    <dgm:cxn modelId="{C1861F1C-AC53-410A-846E-6F139AEC451B}" type="presParOf" srcId="{8884A2DE-AEF2-4575-AE1A-6CA4A4D21CE1}" destId="{2AC0BB12-D88A-4D1E-85EE-2892D826DC91}" srcOrd="8" destOrd="0" presId="urn:microsoft.com/office/officeart/2018/2/layout/IconVerticalSolidList"/>
    <dgm:cxn modelId="{207D4872-F15A-461C-89D2-4646D748EC81}" type="presParOf" srcId="{2AC0BB12-D88A-4D1E-85EE-2892D826DC91}" destId="{D2840599-5853-4CDA-995B-509758291CDE}" srcOrd="0" destOrd="0" presId="urn:microsoft.com/office/officeart/2018/2/layout/IconVerticalSolidList"/>
    <dgm:cxn modelId="{934130DA-B658-4D2F-A58F-5C78034C28F9}" type="presParOf" srcId="{2AC0BB12-D88A-4D1E-85EE-2892D826DC91}" destId="{13305C43-8F15-4358-92B1-C22AF0D4C5A3}" srcOrd="1" destOrd="0" presId="urn:microsoft.com/office/officeart/2018/2/layout/IconVerticalSolidList"/>
    <dgm:cxn modelId="{2A7DF200-022B-47E8-8B27-14EC48394512}" type="presParOf" srcId="{2AC0BB12-D88A-4D1E-85EE-2892D826DC91}" destId="{B330EDA2-492D-46F3-A0AE-B6CFF7A12589}" srcOrd="2" destOrd="0" presId="urn:microsoft.com/office/officeart/2018/2/layout/IconVerticalSolidList"/>
    <dgm:cxn modelId="{C42EEF68-BB4A-40F4-81A9-FC33F21B9437}" type="presParOf" srcId="{2AC0BB12-D88A-4D1E-85EE-2892D826DC91}" destId="{306C632F-0526-4B8A-B9DE-0C647A5BEF7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8DBFA-DF7B-4802-801A-30D57F22593B}">
      <dsp:nvSpPr>
        <dsp:cNvPr id="0" name=""/>
        <dsp:cNvSpPr/>
      </dsp:nvSpPr>
      <dsp:spPr>
        <a:xfrm>
          <a:off x="394114" y="811294"/>
          <a:ext cx="638349" cy="6383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E7B7E-3CBB-4D1E-B990-88B0E51B1581}">
      <dsp:nvSpPr>
        <dsp:cNvPr id="0" name=""/>
        <dsp:cNvSpPr/>
      </dsp:nvSpPr>
      <dsp:spPr>
        <a:xfrm>
          <a:off x="4012"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1. Analyze the Context </a:t>
          </a:r>
        </a:p>
      </dsp:txBody>
      <dsp:txXfrm>
        <a:off x="4012" y="1737563"/>
        <a:ext cx="1418554" cy="992988"/>
      </dsp:txXfrm>
    </dsp:sp>
    <dsp:sp modelId="{3FA4C41A-A78E-43CC-93FF-9721B33B64D4}">
      <dsp:nvSpPr>
        <dsp:cNvPr id="0" name=""/>
        <dsp:cNvSpPr/>
      </dsp:nvSpPr>
      <dsp:spPr>
        <a:xfrm>
          <a:off x="2060916" y="811294"/>
          <a:ext cx="638349" cy="6383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61B166-81B7-42B0-B14F-B65C4B499B2F}">
      <dsp:nvSpPr>
        <dsp:cNvPr id="0" name=""/>
        <dsp:cNvSpPr/>
      </dsp:nvSpPr>
      <dsp:spPr>
        <a:xfrm>
          <a:off x="1670814"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2. Define and Deliberate the Problem or Need</a:t>
          </a:r>
        </a:p>
      </dsp:txBody>
      <dsp:txXfrm>
        <a:off x="1670814" y="1737563"/>
        <a:ext cx="1418554" cy="992988"/>
      </dsp:txXfrm>
    </dsp:sp>
    <dsp:sp modelId="{CC907C8B-2BB2-4652-B2DB-CCA71F74D4F1}">
      <dsp:nvSpPr>
        <dsp:cNvPr id="0" name=""/>
        <dsp:cNvSpPr/>
      </dsp:nvSpPr>
      <dsp:spPr>
        <a:xfrm>
          <a:off x="3727718" y="811294"/>
          <a:ext cx="638349" cy="6383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17A877-D648-47AE-B4C8-12F9180D2275}">
      <dsp:nvSpPr>
        <dsp:cNvPr id="0" name=""/>
        <dsp:cNvSpPr/>
      </dsp:nvSpPr>
      <dsp:spPr>
        <a:xfrm>
          <a:off x="3337615"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3. Research Needed Information</a:t>
          </a:r>
        </a:p>
      </dsp:txBody>
      <dsp:txXfrm>
        <a:off x="3337615" y="1737563"/>
        <a:ext cx="1418554" cy="992988"/>
      </dsp:txXfrm>
    </dsp:sp>
    <dsp:sp modelId="{38428398-E084-4F7B-B400-A904C3FE7368}">
      <dsp:nvSpPr>
        <dsp:cNvPr id="0" name=""/>
        <dsp:cNvSpPr/>
      </dsp:nvSpPr>
      <dsp:spPr>
        <a:xfrm>
          <a:off x="5390141" y="787962"/>
          <a:ext cx="638349" cy="6383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947793-6784-4C31-80A0-19AEB92FC81E}">
      <dsp:nvSpPr>
        <dsp:cNvPr id="0" name=""/>
        <dsp:cNvSpPr/>
      </dsp:nvSpPr>
      <dsp:spPr>
        <a:xfrm>
          <a:off x="5004417"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4. Explore Options</a:t>
          </a:r>
        </a:p>
      </dsp:txBody>
      <dsp:txXfrm>
        <a:off x="5004417" y="1737563"/>
        <a:ext cx="1418554" cy="992988"/>
      </dsp:txXfrm>
    </dsp:sp>
    <dsp:sp modelId="{9CFDD305-9BAA-49AA-8CE8-3F1DE60F6BC1}">
      <dsp:nvSpPr>
        <dsp:cNvPr id="0" name=""/>
        <dsp:cNvSpPr/>
      </dsp:nvSpPr>
      <dsp:spPr>
        <a:xfrm>
          <a:off x="7020116" y="811294"/>
          <a:ext cx="638349" cy="6383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6731B-A50C-4DC4-870E-B1359563B2CB}">
      <dsp:nvSpPr>
        <dsp:cNvPr id="0" name=""/>
        <dsp:cNvSpPr/>
      </dsp:nvSpPr>
      <dsp:spPr>
        <a:xfrm>
          <a:off x="6630010"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5. Submit Proposal or Report</a:t>
          </a:r>
        </a:p>
      </dsp:txBody>
      <dsp:txXfrm>
        <a:off x="6630010" y="1737563"/>
        <a:ext cx="1418554" cy="992988"/>
      </dsp:txXfrm>
    </dsp:sp>
    <dsp:sp modelId="{287C205F-2E27-42CC-A310-CA9F83EFE45A}">
      <dsp:nvSpPr>
        <dsp:cNvPr id="0" name=""/>
        <dsp:cNvSpPr/>
      </dsp:nvSpPr>
      <dsp:spPr>
        <a:xfrm>
          <a:off x="8678677" y="811294"/>
          <a:ext cx="638349" cy="6383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2CAEEA-437B-4002-BA8B-1D3F05895E6B}">
      <dsp:nvSpPr>
        <dsp:cNvPr id="0" name=""/>
        <dsp:cNvSpPr/>
      </dsp:nvSpPr>
      <dsp:spPr>
        <a:xfrm>
          <a:off x="8288570"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6. Sustain Efforts to Implement the Solution</a:t>
          </a:r>
        </a:p>
      </dsp:txBody>
      <dsp:txXfrm>
        <a:off x="8288570" y="1737563"/>
        <a:ext cx="1418554" cy="992988"/>
      </dsp:txXfrm>
    </dsp:sp>
    <dsp:sp modelId="{74737FEE-21A7-4F17-A5F6-A858547D2AED}">
      <dsp:nvSpPr>
        <dsp:cNvPr id="0" name=""/>
        <dsp:cNvSpPr/>
      </dsp:nvSpPr>
      <dsp:spPr>
        <a:xfrm>
          <a:off x="10394925" y="811294"/>
          <a:ext cx="638349" cy="63834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76077-292E-48B7-B5FF-EE229D31C0CF}">
      <dsp:nvSpPr>
        <dsp:cNvPr id="0" name=""/>
        <dsp:cNvSpPr/>
      </dsp:nvSpPr>
      <dsp:spPr>
        <a:xfrm>
          <a:off x="10004822"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a:t>Step 7. Iterate and Improve the Solution</a:t>
          </a:r>
        </a:p>
      </dsp:txBody>
      <dsp:txXfrm>
        <a:off x="10004822" y="1737563"/>
        <a:ext cx="1418554" cy="992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6E640-907A-4CB4-9061-179CE8AAD233}">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0BC783-AF91-49A0-A3C9-D6B3D5CC36AA}">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7C4AAC-6A72-4C89-847B-E4A368D81206}">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Identify the issue or task assigned, considering the function of the office, the staff's role, duties, and responsibilities. </a:t>
          </a:r>
        </a:p>
      </dsp:txBody>
      <dsp:txXfrm>
        <a:off x="837512" y="3404"/>
        <a:ext cx="9678087" cy="725119"/>
      </dsp:txXfrm>
    </dsp:sp>
    <dsp:sp modelId="{2C62D7BC-ECBE-43A6-BCD2-7F8226CEFA01}">
      <dsp:nvSpPr>
        <dsp:cNvPr id="0" name=""/>
        <dsp:cNvSpPr/>
      </dsp:nvSpPr>
      <dsp:spPr>
        <a:xfrm>
          <a:off x="0" y="909803"/>
          <a:ext cx="10515600" cy="725119"/>
        </a:xfrm>
        <a:prstGeom prst="roundRect">
          <a:avLst>
            <a:gd name="adj" fmla="val 10000"/>
          </a:avLst>
        </a:prstGeom>
        <a:solidFill>
          <a:srgbClr val="196B24">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FF14BF95-2D62-49F1-B462-53564C4478B9}">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331222-F8FA-4AB0-A0FA-FE49C5B067B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Determine the stakeholders affected by the issue or task, including their interests, concerns, and perspectives. </a:t>
          </a:r>
        </a:p>
      </dsp:txBody>
      <dsp:txXfrm>
        <a:off x="837512" y="909803"/>
        <a:ext cx="9678087" cy="725119"/>
      </dsp:txXfrm>
    </dsp:sp>
    <dsp:sp modelId="{74658700-6E8B-40C2-B748-DC285D3FC25B}">
      <dsp:nvSpPr>
        <dsp:cNvPr id="0" name=""/>
        <dsp:cNvSpPr/>
      </dsp:nvSpPr>
      <dsp:spPr>
        <a:xfrm>
          <a:off x="0" y="1816202"/>
          <a:ext cx="10515600" cy="725119"/>
        </a:xfrm>
        <a:prstGeom prst="roundRect">
          <a:avLst>
            <a:gd name="adj" fmla="val 10000"/>
          </a:avLst>
        </a:prstGeom>
        <a:solidFill>
          <a:srgbClr val="0F9ED5">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8D83AE3-1754-4A5D-800A-AB3A634F814B}">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297273-26AC-4C4C-80BD-607113C6E089}">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Examine the internal and external factors influencing the issue or task, such as political, economic, social, technological, and environmental aspects. </a:t>
          </a:r>
        </a:p>
      </dsp:txBody>
      <dsp:txXfrm>
        <a:off x="837512" y="1816202"/>
        <a:ext cx="9678087" cy="725119"/>
      </dsp:txXfrm>
    </dsp:sp>
    <dsp:sp modelId="{A8EBC081-14E1-4E45-89FA-53F20F88F400}">
      <dsp:nvSpPr>
        <dsp:cNvPr id="0" name=""/>
        <dsp:cNvSpPr/>
      </dsp:nvSpPr>
      <dsp:spPr>
        <a:xfrm>
          <a:off x="0" y="2722601"/>
          <a:ext cx="10515600" cy="725119"/>
        </a:xfrm>
        <a:prstGeom prst="roundRect">
          <a:avLst>
            <a:gd name="adj" fmla="val 10000"/>
          </a:avLst>
        </a:prstGeom>
        <a:solidFill>
          <a:srgbClr val="A02B93">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DBD6EB6-A4A8-4DF2-B743-B19F157AF111}">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E558CC-46D4-4CFC-8F80-766742371B5B}">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Review existing laws, policies, guidelines, and regulations related to the issue or task. </a:t>
          </a:r>
        </a:p>
      </dsp:txBody>
      <dsp:txXfrm>
        <a:off x="837512" y="2722601"/>
        <a:ext cx="9678087" cy="725119"/>
      </dsp:txXfrm>
    </dsp:sp>
    <dsp:sp modelId="{5D50E8DC-149B-40DE-8D16-97E656E5DA79}">
      <dsp:nvSpPr>
        <dsp:cNvPr id="0" name=""/>
        <dsp:cNvSpPr/>
      </dsp:nvSpPr>
      <dsp:spPr>
        <a:xfrm>
          <a:off x="0" y="3629000"/>
          <a:ext cx="10515600" cy="725119"/>
        </a:xfrm>
        <a:prstGeom prst="roundRect">
          <a:avLst>
            <a:gd name="adj" fmla="val 10000"/>
          </a:avLst>
        </a:prstGeom>
        <a:solidFill>
          <a:srgbClr val="4EA72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C830B6E-11DC-47E1-9526-F548BF43F1B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BD6753-42AA-43A3-8565-0008AA14AB7A}">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Gather preliminary data and information to establish a foundation for further analysis.</a:t>
          </a:r>
        </a:p>
      </dsp:txBody>
      <dsp:txXfrm>
        <a:off x="837512" y="3629000"/>
        <a:ext cx="9678087" cy="725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1856F-E58E-4F8E-8325-21C9964F0004}">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7CF97-88C7-4D2C-A80D-8D4C81284FC1}">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BFF281-C74F-49D7-A568-EE83ACE20751}">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Based on the contextual analysis, clearly articulate the problem or need to be addressed. </a:t>
          </a:r>
        </a:p>
      </dsp:txBody>
      <dsp:txXfrm>
        <a:off x="837512" y="3404"/>
        <a:ext cx="9678087" cy="725119"/>
      </dsp:txXfrm>
    </dsp:sp>
    <dsp:sp modelId="{7056AA60-7C6A-4A79-BE88-C2AE7FD0CA01}">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38B0CF-7A2C-4E95-88B7-FB85A8027E02}">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B0C61E-8B2C-45A1-BDD0-03D182BC904B}">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Engage in discussions with relevant stakeholders to gain diverse perspectives and insights. </a:t>
          </a:r>
        </a:p>
      </dsp:txBody>
      <dsp:txXfrm>
        <a:off x="837512" y="909803"/>
        <a:ext cx="9678087" cy="725119"/>
      </dsp:txXfrm>
    </dsp:sp>
    <dsp:sp modelId="{0B38799C-4D88-464F-BC72-882565DEE5A9}">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CBB97-E07F-44A3-B0AC-D922E26D127E}">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F412E1-76F2-4D5F-A7DD-ABE8849C805E}">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Identify the root causes, potential consequences, and interconnections of the problem or need. </a:t>
          </a:r>
        </a:p>
      </dsp:txBody>
      <dsp:txXfrm>
        <a:off x="837512" y="1816202"/>
        <a:ext cx="9678087" cy="725119"/>
      </dsp:txXfrm>
    </dsp:sp>
    <dsp:sp modelId="{AF3FEF7A-E004-4CBF-BEFC-A725E3E4501A}">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928DA-366E-41E4-960E-116268A9F9AC}">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7901A0-F5E7-4296-874C-AAE6FB33523C}">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Establish the scope, objectives, and success criteria for the CSW effort. </a:t>
          </a:r>
        </a:p>
      </dsp:txBody>
      <dsp:txXfrm>
        <a:off x="837512" y="2722601"/>
        <a:ext cx="9678087" cy="725119"/>
      </dsp:txXfrm>
    </dsp:sp>
    <dsp:sp modelId="{CBD90802-357F-4E5E-B34C-2355E6155762}">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A64C3D-44EA-4107-A523-125F1B2066B1}">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51761-C643-455F-9401-C54342BA35E2}">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Document the problem or need statement and seek validation from key stakeholders.</a:t>
          </a:r>
        </a:p>
      </dsp:txBody>
      <dsp:txXfrm>
        <a:off x="837512" y="3629000"/>
        <a:ext cx="9678087" cy="7251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Develop a research plan to gather in-depth information and data related to the problem or need. </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Utilize various sources such as government databases, published reports, academic publications, expert inputs, and stakeholder interviews, surveys, and consultations. </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Conduct literature reviews, benchmarking studies, and best practice analyses. </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Identify and fill knowledge gaps through targeted research. </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Analyze and synthesize the findings to inform the development of potential solutions.</a:t>
          </a:r>
        </a:p>
      </dsp:txBody>
      <dsp:txXfrm>
        <a:off x="837512" y="3629000"/>
        <a:ext cx="9678087" cy="7251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Generate a wide range of potential solutions or approaches to address the problem or need. </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Engage in creative problem-solving techniques, such as brainstorming sessions, mind mapping, and scenario planning. </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Assess the feasibility, effectiveness, and potential impact of each option, considering factors such as resources, timelines, risks, and stakeholder acceptance.</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Conduct cost-benefit analyses and impact assessments. </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Shortlist the most promising options based on predefined criteria.</a:t>
          </a:r>
        </a:p>
      </dsp:txBody>
      <dsp:txXfrm>
        <a:off x="837512" y="3629000"/>
        <a:ext cx="9678087" cy="7251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1FA11-72C6-4F11-9416-01F2D9FF3ACB}">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7BC7FA-24B6-40A9-AD63-5C795D5E2983}">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8CAE6E-61DD-45BE-A45C-48EBC7C1A39E}">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Prepare a comprehensive proposal or report that presents the recommended solution or approach. </a:t>
          </a:r>
        </a:p>
      </dsp:txBody>
      <dsp:txXfrm>
        <a:off x="837512" y="3404"/>
        <a:ext cx="9678087" cy="725119"/>
      </dsp:txXfrm>
    </dsp:sp>
    <dsp:sp modelId="{4DCE4F2B-B222-44AE-BDAF-29C422666339}">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EE72C8-3E4A-4DC9-851A-E8C202A34D87}">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7DCDA7-62DB-45DD-99A3-9C29BAE8A0FE}">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Include a detailed implementation plan outlining the steps, milestones, resource requirements, and timelines. </a:t>
          </a:r>
        </a:p>
      </dsp:txBody>
      <dsp:txXfrm>
        <a:off x="837512" y="909803"/>
        <a:ext cx="9678087" cy="725119"/>
      </dsp:txXfrm>
    </dsp:sp>
    <dsp:sp modelId="{C4510D00-33B7-4998-9A69-7284AD10EED1}">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968654-215C-42B1-9F8B-356C014BF633}">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AA258C-A63E-43C3-9F57-4A2383299B09}">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Develop monitoring and evaluation frameworks to track progress, measure success, and ensure accountability. </a:t>
          </a:r>
        </a:p>
      </dsp:txBody>
      <dsp:txXfrm>
        <a:off x="837512" y="1816202"/>
        <a:ext cx="9678087" cy="725119"/>
      </dsp:txXfrm>
    </dsp:sp>
    <dsp:sp modelId="{F4269BEE-61D8-462B-ABB8-51F48FD3B8F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46EB5-9B34-4558-AEFF-DBB8FBF6696F}">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5E5040-B4E8-455F-B11B-A8E0AA3423DB}">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Incorporate risk management strategies and contingency plans. </a:t>
          </a:r>
        </a:p>
      </dsp:txBody>
      <dsp:txXfrm>
        <a:off x="837512" y="2722601"/>
        <a:ext cx="9678087" cy="725119"/>
      </dsp:txXfrm>
    </dsp:sp>
    <dsp:sp modelId="{C6096C54-5519-430E-9083-8ED1B11F273D}">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792F3-36CB-4551-9C6D-AD370AB87F9C}">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9673FA-7DCD-46F1-BC2C-C4F68659E7C5}">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Present the proposal or report to the relevant decision-makers, highlighting the benefits, challenges, and expected outcomes.</a:t>
          </a:r>
        </a:p>
      </dsp:txBody>
      <dsp:txXfrm>
        <a:off x="837512" y="3629000"/>
        <a:ext cx="9678087" cy="7251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60A3B-AA8D-45C4-9970-D990B1DB5DB8}">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9A0E6D-D2B3-4742-A959-A3980678016C}">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122B16-31EC-4FF4-BFBC-2C395A04DFCA}">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Keep seeking approval and once the solution is approved, mobilize the necessary resources, including personnel, budget, and infrastructure. </a:t>
          </a:r>
        </a:p>
      </dsp:txBody>
      <dsp:txXfrm>
        <a:off x="837512" y="3404"/>
        <a:ext cx="9678087" cy="725119"/>
      </dsp:txXfrm>
    </dsp:sp>
    <dsp:sp modelId="{0C42D0E6-DE0F-4B59-9DD7-2F57F1B47540}">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EF542-B0A0-4CDE-B94B-13FB2B947C24}">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7E7B8-484A-445D-9E71-EF4E9A18D50A}">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Develop detailed action plans, assign responsibilities, and establish clear communication channels. </a:t>
          </a:r>
        </a:p>
      </dsp:txBody>
      <dsp:txXfrm>
        <a:off x="837512" y="909803"/>
        <a:ext cx="9678087" cy="725119"/>
      </dsp:txXfrm>
    </dsp:sp>
    <dsp:sp modelId="{13CB73D5-6900-4911-91E5-8C5243E19813}">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43E333-E5B7-490A-8C46-42FBA299DC97}">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5E4807-BF5D-41CB-B0A8-72B85EDAF0A6}">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Provide training and capacity building to ensure effective implementation. </a:t>
          </a:r>
        </a:p>
      </dsp:txBody>
      <dsp:txXfrm>
        <a:off x="837512" y="1816202"/>
        <a:ext cx="9678087" cy="725119"/>
      </dsp:txXfrm>
    </dsp:sp>
    <dsp:sp modelId="{B05ACEC0-F022-48A9-A980-99EE981577C0}">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B2B29-B672-4D7B-B8EC-749CF8AE4ABD}">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D05848-ADAE-4182-881C-9390C8BC4B15}">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Monitor progress regularly, track key performance indicators, and address any challenges or obstacles that arise. </a:t>
          </a:r>
        </a:p>
      </dsp:txBody>
      <dsp:txXfrm>
        <a:off x="837512" y="2722601"/>
        <a:ext cx="9678087" cy="725119"/>
      </dsp:txXfrm>
    </dsp:sp>
    <dsp:sp modelId="{88AD9205-E5BF-4840-B809-CA39427A9B28}">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9EAB3-F6A6-4885-86C7-5B561B0C450B}">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2F6296-2DA7-4CA7-9C4C-015A4F477CED}">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100000"/>
            </a:lnSpc>
            <a:spcBef>
              <a:spcPct val="0"/>
            </a:spcBef>
            <a:spcAft>
              <a:spcPct val="35000"/>
            </a:spcAft>
            <a:buNone/>
          </a:pPr>
          <a:r>
            <a:rPr lang="en-US" sz="2000" kern="1200"/>
            <a:t>Engage stakeholders throughout the implementation process and maintain their support.</a:t>
          </a:r>
        </a:p>
      </dsp:txBody>
      <dsp:txXfrm>
        <a:off x="837512" y="3629000"/>
        <a:ext cx="9678087" cy="7251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17656-0B4F-49DE-80BE-7F5919A73FD3}">
      <dsp:nvSpPr>
        <dsp:cNvPr id="0" name=""/>
        <dsp:cNvSpPr/>
      </dsp:nvSpPr>
      <dsp:spPr>
        <a:xfrm>
          <a:off x="0" y="19050"/>
          <a:ext cx="10515600" cy="67648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AA7201-3967-4EEE-8874-6D99C4198C2A}">
      <dsp:nvSpPr>
        <dsp:cNvPr id="0" name=""/>
        <dsp:cNvSpPr/>
      </dsp:nvSpPr>
      <dsp:spPr>
        <a:xfrm>
          <a:off x="204637" y="171260"/>
          <a:ext cx="372432" cy="3720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8C350E-3640-4432-801C-86BC244A602C}">
      <dsp:nvSpPr>
        <dsp:cNvPr id="0" name=""/>
        <dsp:cNvSpPr/>
      </dsp:nvSpPr>
      <dsp:spPr>
        <a:xfrm>
          <a:off x="781707" y="1905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a:t>Continuously monitor and evaluate the implemented solution to assess its effectiveness, efficiency, and impact. </a:t>
          </a:r>
        </a:p>
      </dsp:txBody>
      <dsp:txXfrm>
        <a:off x="781707" y="19050"/>
        <a:ext cx="9721854" cy="697628"/>
      </dsp:txXfrm>
    </dsp:sp>
    <dsp:sp modelId="{1CA5A5A4-92CA-4E17-A55F-C462714F504E}">
      <dsp:nvSpPr>
        <dsp:cNvPr id="0" name=""/>
        <dsp:cNvSpPr/>
      </dsp:nvSpPr>
      <dsp:spPr>
        <a:xfrm>
          <a:off x="0" y="891085"/>
          <a:ext cx="10515600" cy="67648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2E2C28-EAC7-43CF-8EBF-A65D65BD3DE2}">
      <dsp:nvSpPr>
        <dsp:cNvPr id="0" name=""/>
        <dsp:cNvSpPr/>
      </dsp:nvSpPr>
      <dsp:spPr>
        <a:xfrm>
          <a:off x="204637" y="1043295"/>
          <a:ext cx="372432" cy="3720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09179F-A384-452F-9249-07EB34F7C8F3}">
      <dsp:nvSpPr>
        <dsp:cNvPr id="0" name=""/>
        <dsp:cNvSpPr/>
      </dsp:nvSpPr>
      <dsp:spPr>
        <a:xfrm>
          <a:off x="781707" y="891085"/>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a:t>Collect feedback from stakeholders, conduct surveys, and analyze performance data. </a:t>
          </a:r>
        </a:p>
      </dsp:txBody>
      <dsp:txXfrm>
        <a:off x="781707" y="891085"/>
        <a:ext cx="9721854" cy="697628"/>
      </dsp:txXfrm>
    </dsp:sp>
    <dsp:sp modelId="{DB61BEBA-03B8-4113-9B57-FD3F985CF729}">
      <dsp:nvSpPr>
        <dsp:cNvPr id="0" name=""/>
        <dsp:cNvSpPr/>
      </dsp:nvSpPr>
      <dsp:spPr>
        <a:xfrm>
          <a:off x="0" y="1763120"/>
          <a:ext cx="10515600" cy="67648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78E86B-74CC-4057-8DF0-64E2DA9C0D81}">
      <dsp:nvSpPr>
        <dsp:cNvPr id="0" name=""/>
        <dsp:cNvSpPr/>
      </dsp:nvSpPr>
      <dsp:spPr>
        <a:xfrm>
          <a:off x="204637" y="1915330"/>
          <a:ext cx="372432" cy="3720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4B5853-EDED-4DF7-B6CA-1517BB0ECA9D}">
      <dsp:nvSpPr>
        <dsp:cNvPr id="0" name=""/>
        <dsp:cNvSpPr/>
      </dsp:nvSpPr>
      <dsp:spPr>
        <a:xfrm>
          <a:off x="781707" y="176312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a:t>Identify areas for improvement and document lessons learned. </a:t>
          </a:r>
        </a:p>
      </dsp:txBody>
      <dsp:txXfrm>
        <a:off x="781707" y="1763120"/>
        <a:ext cx="9721854" cy="697628"/>
      </dsp:txXfrm>
    </dsp:sp>
    <dsp:sp modelId="{36A18C92-6153-4965-9495-9DA2301AD0E1}">
      <dsp:nvSpPr>
        <dsp:cNvPr id="0" name=""/>
        <dsp:cNvSpPr/>
      </dsp:nvSpPr>
      <dsp:spPr>
        <a:xfrm>
          <a:off x="0" y="2635156"/>
          <a:ext cx="10515600" cy="67648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5F05E3-55C2-451D-957E-27509193E34C}">
      <dsp:nvSpPr>
        <dsp:cNvPr id="0" name=""/>
        <dsp:cNvSpPr/>
      </dsp:nvSpPr>
      <dsp:spPr>
        <a:xfrm>
          <a:off x="204637" y="2787366"/>
          <a:ext cx="372432" cy="3720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7999BE-349F-4818-8BD6-B5C2D76453CC}">
      <dsp:nvSpPr>
        <dsp:cNvPr id="0" name=""/>
        <dsp:cNvSpPr/>
      </dsp:nvSpPr>
      <dsp:spPr>
        <a:xfrm>
          <a:off x="781707" y="2635156"/>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00100">
            <a:lnSpc>
              <a:spcPct val="90000"/>
            </a:lnSpc>
            <a:spcBef>
              <a:spcPct val="0"/>
            </a:spcBef>
            <a:spcAft>
              <a:spcPct val="35000"/>
            </a:spcAft>
            <a:buNone/>
          </a:pPr>
          <a:r>
            <a:rPr lang="en-US" sz="1800" kern="1200"/>
            <a:t>Based on the findings, iterate and refine the solution, making necessary adjustments and enhancements.</a:t>
          </a:r>
        </a:p>
      </dsp:txBody>
      <dsp:txXfrm>
        <a:off x="781707" y="2635156"/>
        <a:ext cx="9721854" cy="697628"/>
      </dsp:txXfrm>
    </dsp:sp>
    <dsp:sp modelId="{D2840599-5853-4CDA-995B-509758291CDE}">
      <dsp:nvSpPr>
        <dsp:cNvPr id="0" name=""/>
        <dsp:cNvSpPr/>
      </dsp:nvSpPr>
      <dsp:spPr>
        <a:xfrm>
          <a:off x="0" y="3507191"/>
          <a:ext cx="10515600" cy="83128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305C43-8F15-4358-92B1-C22AF0D4C5A3}">
      <dsp:nvSpPr>
        <dsp:cNvPr id="0" name=""/>
        <dsp:cNvSpPr/>
      </dsp:nvSpPr>
      <dsp:spPr>
        <a:xfrm>
          <a:off x="204637" y="3736798"/>
          <a:ext cx="372432" cy="3720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C632F-0526-4B8A-B9DE-0C647A5BEF7C}">
      <dsp:nvSpPr>
        <dsp:cNvPr id="0" name=""/>
        <dsp:cNvSpPr/>
      </dsp:nvSpPr>
      <dsp:spPr>
        <a:xfrm>
          <a:off x="781707" y="3575163"/>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711200">
            <a:lnSpc>
              <a:spcPct val="90000"/>
            </a:lnSpc>
            <a:spcBef>
              <a:spcPct val="0"/>
            </a:spcBef>
            <a:spcAft>
              <a:spcPct val="35000"/>
            </a:spcAft>
            <a:buNone/>
          </a:pPr>
          <a:r>
            <a:rPr lang="en-US" sz="1600" kern="1200"/>
            <a:t>If necessary, restart the CSW process from the context analysis stage to address emerging problems or changing circumstances. Foster a culture of continuous improvement, innovation, and adaptability to ensure the long-term success of the solution.</a:t>
          </a:r>
        </a:p>
      </dsp:txBody>
      <dsp:txXfrm>
        <a:off x="781707" y="3575163"/>
        <a:ext cx="9721854" cy="69762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B120E-0B6C-42F4-8FAB-9160A7CE681E}" type="datetimeFigureOut">
              <a:rPr lang="en-US" smtClean="0"/>
              <a:t>4/28/2024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ED522-B689-48A4-8318-918E9DDE08A0}" type="slidenum">
              <a:rPr lang="en-US" smtClean="0"/>
              <a:t>‹#›</a:t>
            </a:fld>
            <a:endParaRPr lang="en-US"/>
          </a:p>
        </p:txBody>
      </p:sp>
    </p:spTree>
    <p:extLst>
      <p:ext uri="{BB962C8B-B14F-4D97-AF65-F5344CB8AC3E}">
        <p14:creationId xmlns:p14="http://schemas.microsoft.com/office/powerpoint/2010/main" val="111256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Step 1: Analyze the Context</a:t>
            </a:r>
          </a:p>
          <a:p>
            <a:endParaRPr lang="en-US"/>
          </a:p>
          <a:p>
            <a:r>
              <a:rPr lang="en-US"/>
              <a:t>In this initial step of the Completed Staff Work (CSW) process, the staff member thoroughly examines the context surrounding the assigned issue or task. This step is crucial as it lays the foundation for the subsequent steps and ensures a comprehensive understanding of the situation. Here are the key components and instructions for analyzing the context:</a:t>
            </a:r>
          </a:p>
          <a:p>
            <a:endParaRPr lang="en-US"/>
          </a:p>
          <a:p>
            <a:r>
              <a:rPr lang="en-US"/>
              <a:t>1.1 Understand the Assignment:</a:t>
            </a:r>
          </a:p>
          <a:p>
            <a:r>
              <a:rPr lang="en-US"/>
              <a:t>- Clearly identify the issue or task assigned by the superior or decision-maker.</a:t>
            </a:r>
          </a:p>
          <a:p>
            <a:r>
              <a:rPr lang="en-US"/>
              <a:t>- Determine the purpose, objectives, and desired outcomes of the assignment.</a:t>
            </a:r>
          </a:p>
          <a:p>
            <a:r>
              <a:rPr lang="en-US"/>
              <a:t>- Clarify any ambiguities or uncertainties regarding the assignment with the superior.</a:t>
            </a:r>
          </a:p>
          <a:p>
            <a:endParaRPr lang="en-US"/>
          </a:p>
          <a:p>
            <a:r>
              <a:rPr lang="en-US"/>
              <a:t>1.2 Assess the Office's Function and Staff's Role:</a:t>
            </a:r>
          </a:p>
          <a:p>
            <a:r>
              <a:rPr lang="en-US"/>
              <a:t>- Examine the function, mandate, and responsibilities of the office or department handling the assignment.</a:t>
            </a:r>
          </a:p>
          <a:p>
            <a:r>
              <a:rPr lang="en-US"/>
              <a:t>- Identify the specific role, duties, and responsibilities of the staff member undertaking the CSW process.</a:t>
            </a:r>
          </a:p>
          <a:p>
            <a:r>
              <a:rPr lang="en-US"/>
              <a:t>- Ensure alignment between the assignment and the office's function and staff's role.</a:t>
            </a:r>
          </a:p>
          <a:p>
            <a:endParaRPr lang="en-US"/>
          </a:p>
          <a:p>
            <a:r>
              <a:rPr lang="en-US"/>
              <a:t>1.3 Identify Stakeholders:</a:t>
            </a:r>
          </a:p>
          <a:p>
            <a:r>
              <a:rPr lang="en-US"/>
              <a:t>- Determine all relevant stakeholders who are affected by or have an interest in the issue or task.</a:t>
            </a:r>
          </a:p>
          <a:p>
            <a:r>
              <a:rPr lang="en-US"/>
              <a:t>- Categorize stakeholders into primary (directly affected) and secondary (indirectly affected) groups.</a:t>
            </a:r>
          </a:p>
          <a:p>
            <a:r>
              <a:rPr lang="en-US"/>
              <a:t>- Analyze stakeholders' interests, concerns, expectations, and perspectives regarding the issue or task.</a:t>
            </a:r>
          </a:p>
          <a:p>
            <a:r>
              <a:rPr lang="en-US"/>
              <a:t>- Consider both internal stakeholders (within the organization) and external stakeholders (outside the organization).</a:t>
            </a:r>
          </a:p>
          <a:p>
            <a:endParaRPr lang="en-US"/>
          </a:p>
          <a:p>
            <a:r>
              <a:rPr lang="en-US"/>
              <a:t>1.4 Examine Internal and External Factors:</a:t>
            </a:r>
          </a:p>
          <a:p>
            <a:r>
              <a:rPr lang="en-US"/>
              <a:t>- Identify and assess the internal factors within the organization that may influence the issue or task, such as:</a:t>
            </a:r>
          </a:p>
          <a:p>
            <a:r>
              <a:rPr lang="en-US"/>
              <a:t>  - Organizational structure, culture, and values</a:t>
            </a:r>
          </a:p>
          <a:p>
            <a:r>
              <a:rPr lang="en-US"/>
              <a:t>  - Available resources (human, financial, technological)</a:t>
            </a:r>
          </a:p>
          <a:p>
            <a:r>
              <a:rPr lang="en-US"/>
              <a:t>- Analyze the external factors in the broader environment that may impact the issue or task, including:</a:t>
            </a:r>
          </a:p>
          <a:p>
            <a:r>
              <a:rPr lang="en-US"/>
              <a:t>  - Political factors (government policies, political climate)</a:t>
            </a:r>
          </a:p>
          <a:p>
            <a:r>
              <a:rPr lang="en-US"/>
              <a:t>  - Economic factors (market conditions, funding availability, budget constraints)</a:t>
            </a:r>
          </a:p>
          <a:p>
            <a:r>
              <a:rPr lang="en-US"/>
              <a:t>  - Social factors (demographic trends, public opinion, media attention)</a:t>
            </a:r>
          </a:p>
          <a:p>
            <a:r>
              <a:rPr lang="en-US"/>
              <a:t>  - Technological factors (advancements, disruptions, digital infrastructure)</a:t>
            </a:r>
          </a:p>
          <a:p>
            <a:r>
              <a:rPr lang="en-US"/>
              <a:t>  - Environmental factors (sustainability, ecological considerations)</a:t>
            </a:r>
          </a:p>
          <a:p>
            <a:endParaRPr lang="en-US"/>
          </a:p>
          <a:p>
            <a:r>
              <a:rPr lang="en-US"/>
              <a:t>1.5 Review Relevant Laws, Policies, and Regulations:</a:t>
            </a:r>
          </a:p>
          <a:p>
            <a:r>
              <a:rPr lang="en-US"/>
              <a:t>- Identify and compile all relevant laws, policies, guidelines, and regulations pertaining to the issue or task, including:</a:t>
            </a:r>
          </a:p>
          <a:p>
            <a:r>
              <a:rPr lang="en-US"/>
              <a:t>  - External laws and regulations applicable to the issue or task</a:t>
            </a:r>
          </a:p>
          <a:p>
            <a:r>
              <a:rPr lang="en-US"/>
              <a:t>  - Internal organizational policies, procedures, and guidelines</a:t>
            </a:r>
          </a:p>
          <a:p>
            <a:r>
              <a:rPr lang="en-US"/>
              <a:t>- Examine the implications and requirements of these legal and regulatory frameworks.</a:t>
            </a:r>
          </a:p>
          <a:p>
            <a:r>
              <a:rPr lang="en-US"/>
              <a:t>- Ensure that the CSW process aligns with and adheres to the applicable laws, policies, and regulations.</a:t>
            </a:r>
          </a:p>
          <a:p>
            <a:endParaRPr lang="en-US"/>
          </a:p>
          <a:p>
            <a:r>
              <a:rPr lang="en-US"/>
              <a:t>1.6 Gather Preliminary Data and Information:</a:t>
            </a:r>
          </a:p>
          <a:p>
            <a:r>
              <a:rPr lang="en-US"/>
              <a:t>- Collect initial data and information related to the issue or task from readily available sources.</a:t>
            </a:r>
          </a:p>
          <a:p>
            <a:r>
              <a:rPr lang="en-US"/>
              <a:t>- Identify key documents, reports, studies, and expert opinions that provide background information.</a:t>
            </a:r>
          </a:p>
          <a:p>
            <a:r>
              <a:rPr lang="en-US"/>
              <a:t>- Conduct preliminary research to establish a basic understanding of the subject matter.</a:t>
            </a:r>
          </a:p>
          <a:p>
            <a:r>
              <a:rPr lang="en-US"/>
              <a:t>- Document and organize the gathered data and information for easy reference in subsequent steps.</a:t>
            </a:r>
          </a:p>
        </p:txBody>
      </p:sp>
      <p:sp>
        <p:nvSpPr>
          <p:cNvPr id="4" name="Slide Number Placeholder 3"/>
          <p:cNvSpPr>
            <a:spLocks noGrp="1"/>
          </p:cNvSpPr>
          <p:nvPr>
            <p:ph type="sldNum" sz="quarter" idx="5"/>
          </p:nvPr>
        </p:nvSpPr>
        <p:spPr/>
        <p:txBody>
          <a:bodyPr/>
          <a:lstStyle/>
          <a:p>
            <a:fld id="{E4BED522-B689-48A4-8318-918E9DDE08A0}" type="slidenum">
              <a:rPr lang="en-US" smtClean="0"/>
              <a:t>3</a:t>
            </a:fld>
            <a:endParaRPr lang="en-US"/>
          </a:p>
        </p:txBody>
      </p:sp>
    </p:spTree>
    <p:extLst>
      <p:ext uri="{BB962C8B-B14F-4D97-AF65-F5344CB8AC3E}">
        <p14:creationId xmlns:p14="http://schemas.microsoft.com/office/powerpoint/2010/main" val="3601758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Step 2: Define and Deliberate the Problem or Need</a:t>
            </a:r>
          </a:p>
          <a:p>
            <a:endParaRPr lang="en-US"/>
          </a:p>
          <a:p>
            <a:r>
              <a:rPr lang="en-US"/>
              <a:t>In this step of the CSW process, the staff member clearly defines the problem or need based on the contextual analysis conducted in Step 1. Deliberating the problem or need involves engaging with relevant stakeholders to gain a comprehensive understanding of the issue at hand. Here are the key components and instructions for defining and deliberating the problem or need:</a:t>
            </a:r>
          </a:p>
          <a:p>
            <a:endParaRPr lang="en-US"/>
          </a:p>
          <a:p>
            <a:r>
              <a:rPr lang="en-US"/>
              <a:t>2.1 Articulate the Problem or Need:</a:t>
            </a:r>
          </a:p>
          <a:p>
            <a:r>
              <a:rPr lang="en-US"/>
              <a:t>- Based on the contextual analysis, clearly state the problem or need that needs to be addressed.</a:t>
            </a:r>
          </a:p>
          <a:p>
            <a:r>
              <a:rPr lang="en-US"/>
              <a:t>- Describe the current situation, challenges, or opportunities associated with the problem or need.</a:t>
            </a:r>
          </a:p>
          <a:p>
            <a:r>
              <a:rPr lang="en-US"/>
              <a:t>- Identify the gaps between the current state and the desired state.</a:t>
            </a:r>
          </a:p>
          <a:p>
            <a:r>
              <a:rPr lang="en-US"/>
              <a:t>- Ensure that the problem or need statement is specific, measurable, and aligned with the assignment's objectives.</a:t>
            </a:r>
          </a:p>
          <a:p>
            <a:endParaRPr lang="en-US"/>
          </a:p>
          <a:p>
            <a:r>
              <a:rPr lang="en-US"/>
              <a:t>2.2 Engage Stakeholders in Deliberation:</a:t>
            </a:r>
          </a:p>
          <a:p>
            <a:r>
              <a:rPr lang="en-US"/>
              <a:t>- Identify the key stakeholders who have valuable insights, expertise, or decision-making authority related to the problem or need.</a:t>
            </a:r>
          </a:p>
          <a:p>
            <a:r>
              <a:rPr lang="en-US"/>
              <a:t>- Conduct stakeholder consultations, interviews, or focus group discussions to gather their perspectives, concerns, and expectations.</a:t>
            </a:r>
          </a:p>
          <a:p>
            <a:r>
              <a:rPr lang="en-US"/>
              <a:t>- Encourage open and inclusive dialogue to foster a comprehensive understanding of the problem or need.</a:t>
            </a:r>
          </a:p>
          <a:p>
            <a:r>
              <a:rPr lang="en-US"/>
              <a:t>- Document stakeholder inputs and incorporate their feedback into the problem definition process.</a:t>
            </a:r>
          </a:p>
          <a:p>
            <a:endParaRPr lang="en-US"/>
          </a:p>
          <a:p>
            <a:r>
              <a:rPr lang="en-US"/>
              <a:t>2.3 Identify Root Causes:</a:t>
            </a:r>
          </a:p>
          <a:p>
            <a:r>
              <a:rPr lang="en-US"/>
              <a:t>- Analyze the underlying factors contributing to the problem or need.</a:t>
            </a:r>
          </a:p>
          <a:p>
            <a:r>
              <a:rPr lang="en-US"/>
              <a:t>- Use problem-solving techniques such as root cause analysis, fishbone diagrams, or the "5 Whys" method to identify the root causes.</a:t>
            </a:r>
          </a:p>
          <a:p>
            <a:r>
              <a:rPr lang="en-US"/>
              <a:t>- Distinguish between symptoms and root causes to ensure that the CSW process addresses the fundamental issues.</a:t>
            </a:r>
          </a:p>
          <a:p>
            <a:endParaRPr lang="en-US"/>
          </a:p>
          <a:p>
            <a:r>
              <a:rPr lang="en-US"/>
              <a:t>2.4 Assess Potential Consequences:</a:t>
            </a:r>
          </a:p>
          <a:p>
            <a:r>
              <a:rPr lang="en-US"/>
              <a:t>- Evaluate the potential consequences and impacts of the problem or need if left unaddressed.</a:t>
            </a:r>
          </a:p>
          <a:p>
            <a:r>
              <a:rPr lang="en-US"/>
              <a:t>- Consider the short-term and long-term implications on various stakeholders, the organization, and the broader context.</a:t>
            </a:r>
          </a:p>
          <a:p>
            <a:r>
              <a:rPr lang="en-US"/>
              <a:t>- Identify the risks, challenges, and opportunities associated with addressing or not addressing the problem or need.</a:t>
            </a:r>
          </a:p>
          <a:p>
            <a:endParaRPr lang="en-US"/>
          </a:p>
          <a:p>
            <a:r>
              <a:rPr lang="en-US"/>
              <a:t>2.5 Establish Scope and Objectives:</a:t>
            </a:r>
          </a:p>
          <a:p>
            <a:r>
              <a:rPr lang="en-US"/>
              <a:t>- Define the scope of the CSW effort, clearly outlining what is within and outside the boundaries of the problem or need.</a:t>
            </a:r>
          </a:p>
          <a:p>
            <a:r>
              <a:rPr lang="en-US"/>
              <a:t>- Establish specific, measurable, achievable, relevant, and time-bound (SMART) objectives for addressing the problem or need.</a:t>
            </a:r>
          </a:p>
          <a:p>
            <a:r>
              <a:rPr lang="en-US"/>
              <a:t>- Ensure that the objectives align with the assignment's purpose and the organization's goals and priorities.</a:t>
            </a:r>
          </a:p>
          <a:p>
            <a:endParaRPr lang="en-US"/>
          </a:p>
          <a:p>
            <a:r>
              <a:rPr lang="en-US"/>
              <a:t>2.6 Document the Problem or Need Statement:</a:t>
            </a:r>
          </a:p>
          <a:p>
            <a:r>
              <a:rPr lang="en-US"/>
              <a:t>- Develop a clear and concise problem or need statement that encapsulates the key aspects of the issue.</a:t>
            </a:r>
          </a:p>
          <a:p>
            <a:r>
              <a:rPr lang="en-US"/>
              <a:t>- Ensure that the statement is well-defined, unambiguous, and easily understandable by all stakeholders.</a:t>
            </a:r>
          </a:p>
          <a:p>
            <a:r>
              <a:rPr lang="en-US"/>
              <a:t>- Seek validation and consensus from relevant stakeholders on the problem or need statement.</a:t>
            </a:r>
          </a:p>
          <a:p>
            <a:r>
              <a:rPr lang="en-US"/>
              <a:t>- Use the problem or need statement as a reference point throughout the CSW process.</a:t>
            </a:r>
          </a:p>
        </p:txBody>
      </p:sp>
      <p:sp>
        <p:nvSpPr>
          <p:cNvPr id="4" name="Slide Number Placeholder 3"/>
          <p:cNvSpPr>
            <a:spLocks noGrp="1"/>
          </p:cNvSpPr>
          <p:nvPr>
            <p:ph type="sldNum" sz="quarter" idx="5"/>
          </p:nvPr>
        </p:nvSpPr>
        <p:spPr/>
        <p:txBody>
          <a:bodyPr/>
          <a:lstStyle/>
          <a:p>
            <a:fld id="{E4BED522-B689-48A4-8318-918E9DDE08A0}" type="slidenum">
              <a:rPr lang="en-US" smtClean="0"/>
              <a:t>4</a:t>
            </a:fld>
            <a:endParaRPr lang="en-US"/>
          </a:p>
        </p:txBody>
      </p:sp>
    </p:spTree>
    <p:extLst>
      <p:ext uri="{BB962C8B-B14F-4D97-AF65-F5344CB8AC3E}">
        <p14:creationId xmlns:p14="http://schemas.microsoft.com/office/powerpoint/2010/main" val="2986818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DB7D-4AC4-730B-9642-FE6D5D866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83A758-0F16-F5F1-0DB3-DB402107F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9729AE-0C4F-0C65-4A0B-9B669D102051}"/>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6AE22FCE-6E25-6F13-0CF2-DA58CF053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2813F-B1C1-CDDB-A0BC-48A305EE038A}"/>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22684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ABCB-B425-3AFA-8BF8-7AFCCE559B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A898FA-55C9-D80E-5B17-B1CB183D0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9DFD0-407B-A7FA-6783-895C7C81D581}"/>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BB4AF255-86E7-8996-6D2B-354296CA8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81644-D662-F623-6DB8-3ED847D1EA6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41359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2177-945F-8455-6B80-56B267F6B7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5A907C-415B-75C7-23EA-246114EF71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E7879-D666-DE59-4C79-5737FAADA2B0}"/>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6CA7A480-D717-A43A-81FE-3E0AA9375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A1C1D-7652-AF80-8622-FF95C6D945E1}"/>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7949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59CE-A3AD-9761-BC1D-D83047AFC3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B4DCD-2222-326C-89AA-45D226FD49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FFC8EB-92CD-6D81-9A42-A7F1288C83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B7D73C-C507-8449-9E5B-F5D467418B74}"/>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B600726B-169D-A5F5-E55B-7D80B464F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48FF9-1828-D4C8-0905-BC9F581DDF05}"/>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343263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9BC6-667D-9F26-FD18-D02E115404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0DB08-4F77-A2E6-61CF-6003243D2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31491A-7B78-8F29-E95F-0F170DCAF4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B23CB8-1D5C-E3A8-7269-9F151CDF9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47663-886F-25E9-7E16-DB1E82829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E7B774-9151-EB9B-1FF6-2C4C00153B77}"/>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8" name="Footer Placeholder 7">
            <a:extLst>
              <a:ext uri="{FF2B5EF4-FFF2-40B4-BE49-F238E27FC236}">
                <a16:creationId xmlns:a16="http://schemas.microsoft.com/office/drawing/2014/main" id="{FD5C85A8-CDE3-F1EA-CFF8-BB90B52B72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B82C2B-C58F-5578-A1E5-86DB86099B16}"/>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08787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7247-6CC7-E76D-AA59-D7BAB646CD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398B82-A084-6705-56A3-ABC3185539FD}"/>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4" name="Footer Placeholder 3">
            <a:extLst>
              <a:ext uri="{FF2B5EF4-FFF2-40B4-BE49-F238E27FC236}">
                <a16:creationId xmlns:a16="http://schemas.microsoft.com/office/drawing/2014/main" id="{F90FA985-A310-14CE-5609-9487764441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C60556-C8CE-078E-BE6E-DB42F905BCB9}"/>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88226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EE6CF-2744-379A-F51C-DFF3BE213EBF}"/>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3" name="Footer Placeholder 2">
            <a:extLst>
              <a:ext uri="{FF2B5EF4-FFF2-40B4-BE49-F238E27FC236}">
                <a16:creationId xmlns:a16="http://schemas.microsoft.com/office/drawing/2014/main" id="{57265AD3-82BB-4AF8-24D4-6CB5D7341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F0D84-32F7-C757-9FDC-EE2B65720EF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48373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CE0E-3C05-18CD-887E-0A2ACA785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B82E22-5200-553E-0769-C73FCDE57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3AFBE0-2CBF-4767-F9BB-A4941F015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524EE-3CC9-8679-4701-D9CB3EBAF3FE}"/>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23F4456D-3438-4D55-099D-D9F27F5A4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146B73-D4AA-1E50-EFEB-A18FA055E6F4}"/>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941240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4A614-2E1F-20EE-91E4-98AECFAD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3C63AF-A156-A7B3-2A87-555D03CD12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D6EE13-7C5D-86F2-32EE-B67E7E7B9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CECD9-DFC8-350D-6B12-023C944F0FA8}"/>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2B6356A7-5746-781A-148F-0EB952E1F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324B9-3AD0-AA81-3CD3-03351E139703}"/>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1473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84E1-00A9-E7ED-ADD7-13F8725ECE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F4E8DC-77FC-6B05-ACE2-4CBC423EEC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C0A3C-3A9D-6330-E5C0-C14AD74A1E55}"/>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35279193-B06E-1A24-DD6F-3E1C844FD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A1C22-299F-24CB-DD1A-367D907640DC}"/>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916886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4A0E0-291F-CA41-749E-AAA803DC0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E676ED-1A4E-8BC3-37D0-32A1DDB826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F1D68D-C517-9B83-74EF-9C6B8DF81FAA}"/>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B9EF2E45-01B9-4FAA-2A79-396E3B5E5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B4DB7-F8C3-5B8F-61D5-539400889DDE}"/>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56105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A6825-D305-2E5F-6B44-26EABDB66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B07D6-3DC2-FE6A-5D75-1558764DE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C19D6A-5C07-64FA-9123-9712B4640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853F9725-8AE3-B50C-B306-29044F4B6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B075F-0604-D8C3-E590-7C5B6052D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8AE06-13DA-4237-BA0E-25FA6C496F2F}" type="slidenum">
              <a:rPr lang="en-US" smtClean="0"/>
              <a:t>‹#›</a:t>
            </a:fld>
            <a:endParaRPr lang="en-US"/>
          </a:p>
        </p:txBody>
      </p:sp>
    </p:spTree>
    <p:extLst>
      <p:ext uri="{BB962C8B-B14F-4D97-AF65-F5344CB8AC3E}">
        <p14:creationId xmlns:p14="http://schemas.microsoft.com/office/powerpoint/2010/main" val="3673354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6FDF2-2950-239F-2047-C2F30F203CB4}"/>
              </a:ext>
            </a:extLst>
          </p:cNvPr>
          <p:cNvSpPr>
            <a:spLocks noGrp="1"/>
          </p:cNvSpPr>
          <p:nvPr>
            <p:ph type="ctrTitle"/>
          </p:nvPr>
        </p:nvSpPr>
        <p:spPr>
          <a:xfrm>
            <a:off x="1524000" y="1293338"/>
            <a:ext cx="9144000" cy="3274592"/>
          </a:xfrm>
        </p:spPr>
        <p:txBody>
          <a:bodyPr anchor="ctr">
            <a:normAutofit/>
          </a:bodyPr>
          <a:lstStyle/>
          <a:p>
            <a:r>
              <a:rPr lang="en-US" sz="7200"/>
              <a:t>CSW Training Improvement Plan</a:t>
            </a:r>
          </a:p>
        </p:txBody>
      </p:sp>
      <p:sp>
        <p:nvSpPr>
          <p:cNvPr id="3" name="Subtitle 2">
            <a:extLst>
              <a:ext uri="{FF2B5EF4-FFF2-40B4-BE49-F238E27FC236}">
                <a16:creationId xmlns:a16="http://schemas.microsoft.com/office/drawing/2014/main" id="{41B4B52E-F434-75E2-3940-E645FD75B6C1}"/>
              </a:ext>
            </a:extLst>
          </p:cNvPr>
          <p:cNvSpPr>
            <a:spLocks noGrp="1"/>
          </p:cNvSpPr>
          <p:nvPr>
            <p:ph type="subTitle" idx="1"/>
          </p:nvPr>
        </p:nvSpPr>
        <p:spPr>
          <a:xfrm>
            <a:off x="1524000" y="5514052"/>
            <a:ext cx="9144000" cy="651910"/>
          </a:xfrm>
        </p:spPr>
        <p:txBody>
          <a:bodyPr anchor="ctr">
            <a:normAutofit/>
          </a:bodyPr>
          <a:lstStyle/>
          <a:p>
            <a:endParaRPr lang="en-US"/>
          </a:p>
        </p:txBody>
      </p:sp>
      <p:cxnSp>
        <p:nvCxnSpPr>
          <p:cNvPr id="20" name="Straight Connector 1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30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1BB1E-B15E-9770-41D0-6D3C0F69F7F1}"/>
              </a:ext>
            </a:extLst>
          </p:cNvPr>
          <p:cNvSpPr>
            <a:spLocks noGrp="1"/>
          </p:cNvSpPr>
          <p:nvPr>
            <p:ph type="title"/>
          </p:nvPr>
        </p:nvSpPr>
        <p:spPr>
          <a:xfrm>
            <a:off x="1043631" y="809898"/>
            <a:ext cx="10173010" cy="1554480"/>
          </a:xfrm>
        </p:spPr>
        <p:txBody>
          <a:bodyPr anchor="ctr">
            <a:normAutofit/>
          </a:bodyPr>
          <a:lstStyle/>
          <a:p>
            <a:r>
              <a:rPr lang="en-US" sz="5400"/>
              <a:t>CSW Process – ADDRESS IT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95E6203-935C-021F-C8A2-E861DB02BAD3}"/>
              </a:ext>
            </a:extLst>
          </p:cNvPr>
          <p:cNvGraphicFramePr>
            <a:graphicFrameLocks noGrp="1"/>
          </p:cNvGraphicFramePr>
          <p:nvPr>
            <p:ph idx="1"/>
            <p:extLst>
              <p:ext uri="{D42A27DB-BD31-4B8C-83A1-F6EECF244321}">
                <p14:modId xmlns:p14="http://schemas.microsoft.com/office/powerpoint/2010/main" val="3286323934"/>
              </p:ext>
            </p:extLst>
          </p:nvPr>
        </p:nvGraphicFramePr>
        <p:xfrm>
          <a:off x="382305" y="2799761"/>
          <a:ext cx="11427390" cy="35418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2460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AA291-391D-DE77-C981-5F8410EAB414}"/>
              </a:ext>
            </a:extLst>
          </p:cNvPr>
          <p:cNvSpPr>
            <a:spLocks noGrp="1"/>
          </p:cNvSpPr>
          <p:nvPr>
            <p:ph type="title"/>
          </p:nvPr>
        </p:nvSpPr>
        <p:spPr>
          <a:xfrm>
            <a:off x="841248" y="256032"/>
            <a:ext cx="10506456" cy="1014984"/>
          </a:xfrm>
        </p:spPr>
        <p:txBody>
          <a:bodyPr anchor="b">
            <a:normAutofit/>
          </a:bodyPr>
          <a:lstStyle/>
          <a:p>
            <a:r>
              <a:rPr lang="en-US"/>
              <a:t>Analyze the Context</a:t>
            </a:r>
          </a:p>
        </p:txBody>
      </p:sp>
      <p:sp>
        <p:nvSpPr>
          <p:cNvPr id="35" name="Rectangle 3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52E6D78-23D0-7519-F281-E07C38B2F0C5}"/>
              </a:ext>
            </a:extLst>
          </p:cNvPr>
          <p:cNvGraphicFramePr>
            <a:graphicFrameLocks noGrp="1"/>
          </p:cNvGraphicFramePr>
          <p:nvPr>
            <p:ph idx="1"/>
            <p:extLst>
              <p:ext uri="{D42A27DB-BD31-4B8C-83A1-F6EECF244321}">
                <p14:modId xmlns:p14="http://schemas.microsoft.com/office/powerpoint/2010/main" val="76023073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495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22F39-3028-66E5-2190-AD60AE91FFF8}"/>
              </a:ext>
            </a:extLst>
          </p:cNvPr>
          <p:cNvSpPr>
            <a:spLocks noGrp="1"/>
          </p:cNvSpPr>
          <p:nvPr>
            <p:ph type="title"/>
          </p:nvPr>
        </p:nvSpPr>
        <p:spPr>
          <a:xfrm>
            <a:off x="841248" y="256032"/>
            <a:ext cx="10506456" cy="1014984"/>
          </a:xfrm>
        </p:spPr>
        <p:txBody>
          <a:bodyPr anchor="b">
            <a:normAutofit/>
          </a:bodyPr>
          <a:lstStyle/>
          <a:p>
            <a:r>
              <a:rPr lang="en-US" sz="3700"/>
              <a:t>Define and Deliberate the Problem or Need</a:t>
            </a:r>
          </a:p>
        </p:txBody>
      </p:sp>
      <p:sp>
        <p:nvSpPr>
          <p:cNvPr id="38" name="Rectangle 3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6" name="Content Placeholder 2">
            <a:extLst>
              <a:ext uri="{FF2B5EF4-FFF2-40B4-BE49-F238E27FC236}">
                <a16:creationId xmlns:a16="http://schemas.microsoft.com/office/drawing/2014/main" id="{11E25427-8033-9A75-BB40-A1AC876B3168}"/>
              </a:ext>
            </a:extLst>
          </p:cNvPr>
          <p:cNvGraphicFramePr>
            <a:graphicFrameLocks noGrp="1"/>
          </p:cNvGraphicFramePr>
          <p:nvPr>
            <p:ph idx="1"/>
            <p:extLst>
              <p:ext uri="{D42A27DB-BD31-4B8C-83A1-F6EECF244321}">
                <p14:modId xmlns:p14="http://schemas.microsoft.com/office/powerpoint/2010/main" val="189939906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4939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a:t>Research Needed Information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88976374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553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a:t>Explore Options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290866197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655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7D365-7F7F-DB9D-2F6D-5D837B01CDFA}"/>
              </a:ext>
            </a:extLst>
          </p:cNvPr>
          <p:cNvSpPr>
            <a:spLocks noGrp="1"/>
          </p:cNvSpPr>
          <p:nvPr>
            <p:ph type="title"/>
          </p:nvPr>
        </p:nvSpPr>
        <p:spPr>
          <a:xfrm>
            <a:off x="841248" y="256032"/>
            <a:ext cx="10506456" cy="1014984"/>
          </a:xfrm>
        </p:spPr>
        <p:txBody>
          <a:bodyPr anchor="b">
            <a:normAutofit/>
          </a:bodyPr>
          <a:lstStyle/>
          <a:p>
            <a:r>
              <a:rPr lang="en-US"/>
              <a:t>Submit Proposal or Report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FFBE22C-F504-9798-A904-DE06AC34B835}"/>
              </a:ext>
            </a:extLst>
          </p:cNvPr>
          <p:cNvGraphicFramePr>
            <a:graphicFrameLocks noGrp="1"/>
          </p:cNvGraphicFramePr>
          <p:nvPr>
            <p:ph idx="1"/>
            <p:extLst>
              <p:ext uri="{D42A27DB-BD31-4B8C-83A1-F6EECF244321}">
                <p14:modId xmlns:p14="http://schemas.microsoft.com/office/powerpoint/2010/main" val="266179189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1104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3C1318-A4BF-98D2-DEB0-B6C38F7338C6}"/>
              </a:ext>
            </a:extLst>
          </p:cNvPr>
          <p:cNvSpPr>
            <a:spLocks noGrp="1"/>
          </p:cNvSpPr>
          <p:nvPr>
            <p:ph type="title"/>
          </p:nvPr>
        </p:nvSpPr>
        <p:spPr>
          <a:xfrm>
            <a:off x="841248" y="256032"/>
            <a:ext cx="10506456" cy="1014984"/>
          </a:xfrm>
        </p:spPr>
        <p:txBody>
          <a:bodyPr anchor="b">
            <a:normAutofit/>
          </a:bodyPr>
          <a:lstStyle/>
          <a:p>
            <a:r>
              <a:rPr lang="en-US" sz="4100"/>
              <a:t>Sustain Efforts to Implement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EBAC3E7-EC6B-6C04-90EA-1D10C33B79BB}"/>
              </a:ext>
            </a:extLst>
          </p:cNvPr>
          <p:cNvGraphicFramePr>
            <a:graphicFrameLocks noGrp="1"/>
          </p:cNvGraphicFramePr>
          <p:nvPr>
            <p:ph idx="1"/>
            <p:extLst>
              <p:ext uri="{D42A27DB-BD31-4B8C-83A1-F6EECF244321}">
                <p14:modId xmlns:p14="http://schemas.microsoft.com/office/powerpoint/2010/main" val="239968820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452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34DFE8-1231-B5DC-9652-52B330F53883}"/>
              </a:ext>
            </a:extLst>
          </p:cNvPr>
          <p:cNvSpPr>
            <a:spLocks noGrp="1"/>
          </p:cNvSpPr>
          <p:nvPr>
            <p:ph type="title"/>
          </p:nvPr>
        </p:nvSpPr>
        <p:spPr>
          <a:xfrm>
            <a:off x="841248" y="256032"/>
            <a:ext cx="10506456" cy="1014984"/>
          </a:xfrm>
        </p:spPr>
        <p:txBody>
          <a:bodyPr anchor="b">
            <a:normAutofit/>
          </a:bodyPr>
          <a:lstStyle/>
          <a:p>
            <a:r>
              <a:rPr lang="en-US"/>
              <a:t>Iterate and Improve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4B2E63E-3AD9-FF2D-3ED7-13DBA994B847}"/>
              </a:ext>
            </a:extLst>
          </p:cNvPr>
          <p:cNvGraphicFramePr>
            <a:graphicFrameLocks noGrp="1"/>
          </p:cNvGraphicFramePr>
          <p:nvPr>
            <p:ph idx="1"/>
            <p:extLst>
              <p:ext uri="{D42A27DB-BD31-4B8C-83A1-F6EECF244321}">
                <p14:modId xmlns:p14="http://schemas.microsoft.com/office/powerpoint/2010/main" val="227440255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4616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71ED6-3404-8268-028A-A7C6F3910CEA}"/>
              </a:ext>
            </a:extLst>
          </p:cNvPr>
          <p:cNvSpPr>
            <a:spLocks noGrp="1"/>
          </p:cNvSpPr>
          <p:nvPr>
            <p:ph type="title"/>
          </p:nvPr>
        </p:nvSpPr>
        <p:spPr/>
        <p:txBody>
          <a:bodyPr/>
          <a:lstStyle/>
          <a:p>
            <a:r>
              <a:rPr lang="en-US"/>
              <a:t>CSW Competencies</a:t>
            </a:r>
          </a:p>
        </p:txBody>
      </p:sp>
      <p:sp>
        <p:nvSpPr>
          <p:cNvPr id="3" name="Content Placeholder 2">
            <a:extLst>
              <a:ext uri="{FF2B5EF4-FFF2-40B4-BE49-F238E27FC236}">
                <a16:creationId xmlns:a16="http://schemas.microsoft.com/office/drawing/2014/main" id="{C8D2E228-25EE-17DB-2B54-2AA2D9E04EC8}"/>
              </a:ext>
            </a:extLst>
          </p:cNvPr>
          <p:cNvSpPr>
            <a:spLocks noGrp="1"/>
          </p:cNvSpPr>
          <p:nvPr>
            <p:ph idx="1"/>
          </p:nvPr>
        </p:nvSpPr>
        <p:spPr/>
        <p:txBody>
          <a:bodyPr/>
          <a:lstStyle/>
          <a:p>
            <a:r>
              <a:rPr lang="en-US"/>
              <a:t>Give specific time for the CSW Competencies assessment to be read by the facilitator so that the participants can focus on answering the questionnaire on time. (1 minute per question, 60 minutes as a whole), (consequence: It will eat the time for other activities)</a:t>
            </a:r>
          </a:p>
          <a:p>
            <a:r>
              <a:rPr lang="en-US"/>
              <a:t> Translate Filipino or local language so that the participants will understand and appreciate it more.  </a:t>
            </a:r>
          </a:p>
          <a:p>
            <a:r>
              <a:rPr lang="en-US"/>
              <a:t>Before submitting the assessment tool, remind the participants to review their paper, and ensure that they have answered all the questions.  </a:t>
            </a:r>
          </a:p>
          <a:p>
            <a:endParaRPr lang="en-US"/>
          </a:p>
        </p:txBody>
      </p:sp>
    </p:spTree>
    <p:extLst>
      <p:ext uri="{BB962C8B-B14F-4D97-AF65-F5344CB8AC3E}">
        <p14:creationId xmlns:p14="http://schemas.microsoft.com/office/powerpoint/2010/main" val="80732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C8242-FBD7-AA01-C09C-59BF50D93C0B}"/>
              </a:ext>
            </a:extLst>
          </p:cNvPr>
          <p:cNvSpPr>
            <a:spLocks noGrp="1"/>
          </p:cNvSpPr>
          <p:nvPr>
            <p:ph type="title"/>
          </p:nvPr>
        </p:nvSpPr>
        <p:spPr/>
        <p:txBody>
          <a:bodyPr/>
          <a:lstStyle/>
          <a:p>
            <a:r>
              <a:rPr lang="en-PH"/>
              <a:t>Workshops…</a:t>
            </a:r>
          </a:p>
        </p:txBody>
      </p:sp>
      <p:sp>
        <p:nvSpPr>
          <p:cNvPr id="3" name="Content Placeholder 2">
            <a:extLst>
              <a:ext uri="{FF2B5EF4-FFF2-40B4-BE49-F238E27FC236}">
                <a16:creationId xmlns:a16="http://schemas.microsoft.com/office/drawing/2014/main" id="{4E0E10DF-502A-5FCC-3AEF-2A257C53D0EB}"/>
              </a:ext>
            </a:extLst>
          </p:cNvPr>
          <p:cNvSpPr>
            <a:spLocks noGrp="1"/>
          </p:cNvSpPr>
          <p:nvPr>
            <p:ph idx="1"/>
          </p:nvPr>
        </p:nvSpPr>
        <p:spPr/>
        <p:txBody>
          <a:bodyPr/>
          <a:lstStyle/>
          <a:p>
            <a:r>
              <a:rPr lang="en-PH"/>
              <a:t>Mind Mapping Activity where participants can draw or stick their ideas using sticky notes on a white board.</a:t>
            </a:r>
          </a:p>
        </p:txBody>
      </p:sp>
    </p:spTree>
    <p:extLst>
      <p:ext uri="{BB962C8B-B14F-4D97-AF65-F5344CB8AC3E}">
        <p14:creationId xmlns:p14="http://schemas.microsoft.com/office/powerpoint/2010/main" val="2614262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2</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CSW Training Improvement Plan</vt:lpstr>
      <vt:lpstr>CSW Process – ADDRESS IT</vt:lpstr>
      <vt:lpstr>Analyze the Context</vt:lpstr>
      <vt:lpstr>Define and Deliberate the Problem or Need</vt:lpstr>
      <vt:lpstr>Research Needed Information</vt:lpstr>
      <vt:lpstr>Explore Options</vt:lpstr>
      <vt:lpstr>Submit Proposal or Report</vt:lpstr>
      <vt:lpstr>Sustain Efforts to Implement the Solution</vt:lpstr>
      <vt:lpstr>Iterate and Improve the Solution</vt:lpstr>
      <vt:lpstr>CSW Competencies</vt:lpstr>
      <vt:lpstr>Workshops…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CSW Training Improvement Plan</dc:title>
  <dc:creator>Saidamen Mambayao</dc:creator>
  <cp:revision>1</cp:revision>
  <dcterms:created xsi:type="dcterms:W3CDTF">2024-04-28T02:56:31Z</dcterms:created>
  <dcterms:modified xsi:type="dcterms:W3CDTF">2024-04-28T10:15:05Z</dcterms:modified>
</cp:coreProperties>
</file>