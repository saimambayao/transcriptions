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0" r:id="rId5"/>
    <p:sldId id="261" r:id="rId6"/>
    <p:sldId id="267" r:id="rId7"/>
    <p:sldId id="268" r:id="rId8"/>
    <p:sldId id="264" r:id="rId9"/>
    <p:sldId id="265" r:id="rId10"/>
    <p:sldId id="25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B03AF9-3AF2-4628-9118-68189FD0B05B}" v="916" dt="2024-04-28T11:26:06.358"/>
    <p1510:client id="{A9CE61E7-BC0E-457D-A926-651C66C99701}" v="1079" dt="2024-04-28T10:07:02.0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1203" autoAdjust="0"/>
  </p:normalViewPr>
  <p:slideViewPr>
    <p:cSldViewPr snapToGrid="0">
      <p:cViewPr varScale="1">
        <p:scale>
          <a:sx n="69" d="100"/>
          <a:sy n="69" d="100"/>
        </p:scale>
        <p:origin x="115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amen Mambayao" userId="744fa6c53ac0aede" providerId="LiveId" clId="{14B03AF9-3AF2-4628-9118-68189FD0B05B}"/>
    <pc:docChg chg="undo custSel addSld delSld modSld sldOrd">
      <pc:chgData name="Saidamen Mambayao" userId="744fa6c53ac0aede" providerId="LiveId" clId="{14B03AF9-3AF2-4628-9118-68189FD0B05B}" dt="2024-04-28T11:26:25.189" v="929" actId="113"/>
      <pc:docMkLst>
        <pc:docMk/>
      </pc:docMkLst>
      <pc:sldChg chg="addSp delSp modSp new mod setBg">
        <pc:chgData name="Saidamen Mambayao" userId="744fa6c53ac0aede" providerId="LiveId" clId="{14B03AF9-3AF2-4628-9118-68189FD0B05B}" dt="2024-04-28T09:49:02.188" v="812"/>
        <pc:sldMkLst>
          <pc:docMk/>
          <pc:sldMk cId="1572460965" sldId="257"/>
        </pc:sldMkLst>
        <pc:spChg chg="mod">
          <ac:chgData name="Saidamen Mambayao" userId="744fa6c53ac0aede" providerId="LiveId" clId="{14B03AF9-3AF2-4628-9118-68189FD0B05B}" dt="2024-04-28T09:13:25.008" v="680" actId="403"/>
          <ac:spMkLst>
            <pc:docMk/>
            <pc:sldMk cId="1572460965" sldId="257"/>
            <ac:spMk id="2" creationId="{AA01BB1E-B15E-9770-41D0-6D3C0F69F7F1}"/>
          </ac:spMkLst>
        </pc:spChg>
        <pc:spChg chg="del mod">
          <ac:chgData name="Saidamen Mambayao" userId="744fa6c53ac0aede" providerId="LiveId" clId="{14B03AF9-3AF2-4628-9118-68189FD0B05B}" dt="2024-04-28T03:30:56.707" v="317" actId="26606"/>
          <ac:spMkLst>
            <pc:docMk/>
            <pc:sldMk cId="1572460965" sldId="257"/>
            <ac:spMk id="3" creationId="{949CF3FC-BC06-D2E7-3400-1DD9F7B6004D}"/>
          </ac:spMkLst>
        </pc:spChg>
        <pc:spChg chg="add">
          <ac:chgData name="Saidamen Mambayao" userId="744fa6c53ac0aede" providerId="LiveId" clId="{14B03AF9-3AF2-4628-9118-68189FD0B05B}" dt="2024-04-28T03:30:56.707" v="317" actId="26606"/>
          <ac:spMkLst>
            <pc:docMk/>
            <pc:sldMk cId="1572460965" sldId="257"/>
            <ac:spMk id="9" creationId="{56E9B3E6-E277-4D68-BA48-9CB43FFBD6E2}"/>
          </ac:spMkLst>
        </pc:spChg>
        <pc:spChg chg="add">
          <ac:chgData name="Saidamen Mambayao" userId="744fa6c53ac0aede" providerId="LiveId" clId="{14B03AF9-3AF2-4628-9118-68189FD0B05B}" dt="2024-04-28T03:30:56.707" v="317" actId="26606"/>
          <ac:spMkLst>
            <pc:docMk/>
            <pc:sldMk cId="1572460965" sldId="257"/>
            <ac:spMk id="16" creationId="{D5B0017B-2ECA-49AF-B397-DC140825DF8D}"/>
          </ac:spMkLst>
        </pc:spChg>
        <pc:grpChg chg="add">
          <ac:chgData name="Saidamen Mambayao" userId="744fa6c53ac0aede" providerId="LiveId" clId="{14B03AF9-3AF2-4628-9118-68189FD0B05B}" dt="2024-04-28T03:30:56.707" v="317" actId="26606"/>
          <ac:grpSpMkLst>
            <pc:docMk/>
            <pc:sldMk cId="1572460965" sldId="257"/>
            <ac:grpSpMk id="11" creationId="{AE1C45F0-260A-458C-96ED-C1F6D2151219}"/>
          </ac:grpSpMkLst>
        </pc:grpChg>
        <pc:graphicFrameChg chg="add mod modGraphic">
          <ac:chgData name="Saidamen Mambayao" userId="744fa6c53ac0aede" providerId="LiveId" clId="{14B03AF9-3AF2-4628-9118-68189FD0B05B}" dt="2024-04-28T09:49:02.188" v="812"/>
          <ac:graphicFrameMkLst>
            <pc:docMk/>
            <pc:sldMk cId="1572460965" sldId="257"/>
            <ac:graphicFrameMk id="5" creationId="{D95E6203-935C-021F-C8A2-E861DB02BAD3}"/>
          </ac:graphicFrameMkLst>
        </pc:graphicFrameChg>
        <pc:cxnChg chg="add">
          <ac:chgData name="Saidamen Mambayao" userId="744fa6c53ac0aede" providerId="LiveId" clId="{14B03AF9-3AF2-4628-9118-68189FD0B05B}" dt="2024-04-28T03:30:56.707" v="317" actId="26606"/>
          <ac:cxnSpMkLst>
            <pc:docMk/>
            <pc:sldMk cId="1572460965" sldId="257"/>
            <ac:cxnSpMk id="18" creationId="{6CF1BAF6-AD41-4082-B212-8A1F9A2E8779}"/>
          </ac:cxnSpMkLst>
        </pc:cxnChg>
      </pc:sldChg>
      <pc:sldChg chg="modSp new mod">
        <pc:chgData name="Saidamen Mambayao" userId="744fa6c53ac0aede" providerId="LiveId" clId="{14B03AF9-3AF2-4628-9118-68189FD0B05B}" dt="2024-04-28T02:58:01.533" v="28" actId="20577"/>
        <pc:sldMkLst>
          <pc:docMk/>
          <pc:sldMk cId="807325348" sldId="258"/>
        </pc:sldMkLst>
        <pc:spChg chg="mod">
          <ac:chgData name="Saidamen Mambayao" userId="744fa6c53ac0aede" providerId="LiveId" clId="{14B03AF9-3AF2-4628-9118-68189FD0B05B}" dt="2024-04-28T02:58:01.533" v="28" actId="20577"/>
          <ac:spMkLst>
            <pc:docMk/>
            <pc:sldMk cId="807325348" sldId="258"/>
            <ac:spMk id="2" creationId="{46071ED6-3404-8268-028A-A7C6F3910CEA}"/>
          </ac:spMkLst>
        </pc:spChg>
      </pc:sldChg>
      <pc:sldChg chg="addSp delSp modSp new mod setBg modNotesTx">
        <pc:chgData name="Saidamen Mambayao" userId="744fa6c53ac0aede" providerId="LiveId" clId="{14B03AF9-3AF2-4628-9118-68189FD0B05B}" dt="2024-04-28T10:21:09.174" v="836" actId="20577"/>
        <pc:sldMkLst>
          <pc:docMk/>
          <pc:sldMk cId="2194953565" sldId="259"/>
        </pc:sldMkLst>
        <pc:spChg chg="mod">
          <ac:chgData name="Saidamen Mambayao" userId="744fa6c53ac0aede" providerId="LiveId" clId="{14B03AF9-3AF2-4628-9118-68189FD0B05B}" dt="2024-04-28T10:21:09.174" v="836" actId="20577"/>
          <ac:spMkLst>
            <pc:docMk/>
            <pc:sldMk cId="2194953565" sldId="259"/>
            <ac:spMk id="2" creationId="{091AA291-391D-DE77-C981-5F8410EAB414}"/>
          </ac:spMkLst>
        </pc:spChg>
        <pc:spChg chg="del mod">
          <ac:chgData name="Saidamen Mambayao" userId="744fa6c53ac0aede" providerId="LiveId" clId="{14B03AF9-3AF2-4628-9118-68189FD0B05B}" dt="2024-04-28T08:40:31.307" v="559" actId="26606"/>
          <ac:spMkLst>
            <pc:docMk/>
            <pc:sldMk cId="2194953565" sldId="259"/>
            <ac:spMk id="3" creationId="{85E58B45-5D4F-7A4C-AC1A-66DA455B6C36}"/>
          </ac:spMkLst>
        </pc:spChg>
        <pc:spChg chg="add del">
          <ac:chgData name="Saidamen Mambayao" userId="744fa6c53ac0aede" providerId="LiveId" clId="{14B03AF9-3AF2-4628-9118-68189FD0B05B}" dt="2024-04-28T08:41:37.653" v="564" actId="26606"/>
          <ac:spMkLst>
            <pc:docMk/>
            <pc:sldMk cId="2194953565" sldId="259"/>
            <ac:spMk id="9" creationId="{53B021B3-DE93-4AB7-8A18-CF5F1CED88B8}"/>
          </ac:spMkLst>
        </pc:spChg>
        <pc:spChg chg="add del">
          <ac:chgData name="Saidamen Mambayao" userId="744fa6c53ac0aede" providerId="LiveId" clId="{14B03AF9-3AF2-4628-9118-68189FD0B05B}" dt="2024-04-28T08:41:37.653" v="564" actId="26606"/>
          <ac:spMkLst>
            <pc:docMk/>
            <pc:sldMk cId="2194953565" sldId="259"/>
            <ac:spMk id="11" creationId="{52D502E5-F6B4-4D58-B4AE-FC466FF15EE8}"/>
          </ac:spMkLst>
        </pc:spChg>
        <pc:spChg chg="add del">
          <ac:chgData name="Saidamen Mambayao" userId="744fa6c53ac0aede" providerId="LiveId" clId="{14B03AF9-3AF2-4628-9118-68189FD0B05B}" dt="2024-04-28T08:41:37.653" v="564" actId="26606"/>
          <ac:spMkLst>
            <pc:docMk/>
            <pc:sldMk cId="2194953565" sldId="259"/>
            <ac:spMk id="13" creationId="{9DECDBF4-02B6-4BB4-B65B-B8107AD6A9E8}"/>
          </ac:spMkLst>
        </pc:spChg>
        <pc:spChg chg="add del">
          <ac:chgData name="Saidamen Mambayao" userId="744fa6c53ac0aede" providerId="LiveId" clId="{14B03AF9-3AF2-4628-9118-68189FD0B05B}" dt="2024-04-28T08:41:18.119" v="561" actId="26606"/>
          <ac:spMkLst>
            <pc:docMk/>
            <pc:sldMk cId="2194953565" sldId="259"/>
            <ac:spMk id="18" creationId="{81D377EB-C9D2-4ED0-86A6-740A297E3EAC}"/>
          </ac:spMkLst>
        </pc:spChg>
        <pc:spChg chg="add del">
          <ac:chgData name="Saidamen Mambayao" userId="744fa6c53ac0aede" providerId="LiveId" clId="{14B03AF9-3AF2-4628-9118-68189FD0B05B}" dt="2024-04-28T08:41:18.119" v="561" actId="26606"/>
          <ac:spMkLst>
            <pc:docMk/>
            <pc:sldMk cId="2194953565" sldId="259"/>
            <ac:spMk id="20" creationId="{066346BE-FDB4-4772-A696-0719490ABD64}"/>
          </ac:spMkLst>
        </pc:spChg>
        <pc:spChg chg="add del">
          <ac:chgData name="Saidamen Mambayao" userId="744fa6c53ac0aede" providerId="LiveId" clId="{14B03AF9-3AF2-4628-9118-68189FD0B05B}" dt="2024-04-28T08:41:18.119" v="561" actId="26606"/>
          <ac:spMkLst>
            <pc:docMk/>
            <pc:sldMk cId="2194953565" sldId="259"/>
            <ac:spMk id="22" creationId="{FB92FFCE-0C90-454E-AA25-D4EE9A6C39C5}"/>
          </ac:spMkLst>
        </pc:spChg>
        <pc:spChg chg="add del">
          <ac:chgData name="Saidamen Mambayao" userId="744fa6c53ac0aede" providerId="LiveId" clId="{14B03AF9-3AF2-4628-9118-68189FD0B05B}" dt="2024-04-28T08:41:37.632" v="563" actId="26606"/>
          <ac:spMkLst>
            <pc:docMk/>
            <pc:sldMk cId="2194953565" sldId="259"/>
            <ac:spMk id="24" creationId="{DCC231C8-C761-4B31-9B1C-C6D19248C6B3}"/>
          </ac:spMkLst>
        </pc:spChg>
        <pc:spChg chg="add del">
          <ac:chgData name="Saidamen Mambayao" userId="744fa6c53ac0aede" providerId="LiveId" clId="{14B03AF9-3AF2-4628-9118-68189FD0B05B}" dt="2024-04-28T08:44:27.721" v="575" actId="26606"/>
          <ac:spMkLst>
            <pc:docMk/>
            <pc:sldMk cId="2194953565" sldId="259"/>
            <ac:spMk id="26" creationId="{81D377EB-C9D2-4ED0-86A6-740A297E3EAC}"/>
          </ac:spMkLst>
        </pc:spChg>
        <pc:spChg chg="add del">
          <ac:chgData name="Saidamen Mambayao" userId="744fa6c53ac0aede" providerId="LiveId" clId="{14B03AF9-3AF2-4628-9118-68189FD0B05B}" dt="2024-04-28T08:44:27.721" v="575" actId="26606"/>
          <ac:spMkLst>
            <pc:docMk/>
            <pc:sldMk cId="2194953565" sldId="259"/>
            <ac:spMk id="27" creationId="{066346BE-FDB4-4772-A696-0719490ABD64}"/>
          </ac:spMkLst>
        </pc:spChg>
        <pc:spChg chg="add del">
          <ac:chgData name="Saidamen Mambayao" userId="744fa6c53ac0aede" providerId="LiveId" clId="{14B03AF9-3AF2-4628-9118-68189FD0B05B}" dt="2024-04-28T08:44:27.721" v="575" actId="26606"/>
          <ac:spMkLst>
            <pc:docMk/>
            <pc:sldMk cId="2194953565" sldId="259"/>
            <ac:spMk id="28" creationId="{FB92FFCE-0C90-454E-AA25-D4EE9A6C39C5}"/>
          </ac:spMkLst>
        </pc:spChg>
        <pc:spChg chg="add">
          <ac:chgData name="Saidamen Mambayao" userId="744fa6c53ac0aede" providerId="LiveId" clId="{14B03AF9-3AF2-4628-9118-68189FD0B05B}" dt="2024-04-28T08:44:27.721" v="575" actId="26606"/>
          <ac:spMkLst>
            <pc:docMk/>
            <pc:sldMk cId="2194953565" sldId="259"/>
            <ac:spMk id="33" creationId="{53B021B3-DE93-4AB7-8A18-CF5F1CED88B8}"/>
          </ac:spMkLst>
        </pc:spChg>
        <pc:spChg chg="add">
          <ac:chgData name="Saidamen Mambayao" userId="744fa6c53ac0aede" providerId="LiveId" clId="{14B03AF9-3AF2-4628-9118-68189FD0B05B}" dt="2024-04-28T08:44:27.721" v="575" actId="26606"/>
          <ac:spMkLst>
            <pc:docMk/>
            <pc:sldMk cId="2194953565" sldId="259"/>
            <ac:spMk id="35" creationId="{52D502E5-F6B4-4D58-B4AE-FC466FF15EE8}"/>
          </ac:spMkLst>
        </pc:spChg>
        <pc:spChg chg="add">
          <ac:chgData name="Saidamen Mambayao" userId="744fa6c53ac0aede" providerId="LiveId" clId="{14B03AF9-3AF2-4628-9118-68189FD0B05B}" dt="2024-04-28T08:44:27.721" v="575" actId="26606"/>
          <ac:spMkLst>
            <pc:docMk/>
            <pc:sldMk cId="2194953565" sldId="259"/>
            <ac:spMk id="37" creationId="{9DECDBF4-02B6-4BB4-B65B-B8107AD6A9E8}"/>
          </ac:spMkLst>
        </pc:spChg>
        <pc:graphicFrameChg chg="add mod modGraphic">
          <ac:chgData name="Saidamen Mambayao" userId="744fa6c53ac0aede" providerId="LiveId" clId="{14B03AF9-3AF2-4628-9118-68189FD0B05B}" dt="2024-04-28T08:47:05.816" v="586" actId="255"/>
          <ac:graphicFrameMkLst>
            <pc:docMk/>
            <pc:sldMk cId="2194953565" sldId="259"/>
            <ac:graphicFrameMk id="5" creationId="{452E6D78-23D0-7519-F281-E07C38B2F0C5}"/>
          </ac:graphicFrameMkLst>
        </pc:graphicFrameChg>
      </pc:sldChg>
      <pc:sldChg chg="addSp delSp modSp new mod setBg modNotesTx">
        <pc:chgData name="Saidamen Mambayao" userId="744fa6c53ac0aede" providerId="LiveId" clId="{14B03AF9-3AF2-4628-9118-68189FD0B05B}" dt="2024-04-28T10:21:13.846" v="845" actId="20577"/>
        <pc:sldMkLst>
          <pc:docMk/>
          <pc:sldMk cId="3974939900" sldId="260"/>
        </pc:sldMkLst>
        <pc:spChg chg="mod">
          <ac:chgData name="Saidamen Mambayao" userId="744fa6c53ac0aede" providerId="LiveId" clId="{14B03AF9-3AF2-4628-9118-68189FD0B05B}" dt="2024-04-28T10:21:13.846" v="845" actId="20577"/>
          <ac:spMkLst>
            <pc:docMk/>
            <pc:sldMk cId="3974939900" sldId="260"/>
            <ac:spMk id="2" creationId="{10D22F39-3028-66E5-2190-AD60AE91FFF8}"/>
          </ac:spMkLst>
        </pc:spChg>
        <pc:spChg chg="add del mod">
          <ac:chgData name="Saidamen Mambayao" userId="744fa6c53ac0aede" providerId="LiveId" clId="{14B03AF9-3AF2-4628-9118-68189FD0B05B}" dt="2024-04-28T08:42:37.630" v="571" actId="26606"/>
          <ac:spMkLst>
            <pc:docMk/>
            <pc:sldMk cId="3974939900" sldId="260"/>
            <ac:spMk id="3" creationId="{EA3C377D-4B0B-C7E8-9925-389E60AAB58D}"/>
          </ac:spMkLst>
        </pc:spChg>
        <pc:spChg chg="add del">
          <ac:chgData name="Saidamen Mambayao" userId="744fa6c53ac0aede" providerId="LiveId" clId="{14B03AF9-3AF2-4628-9118-68189FD0B05B}" dt="2024-04-28T08:42:11.514" v="566" actId="26606"/>
          <ac:spMkLst>
            <pc:docMk/>
            <pc:sldMk cId="3974939900" sldId="260"/>
            <ac:spMk id="9" creationId="{2E442304-DDBD-4F7B-8017-36BCC863FB40}"/>
          </ac:spMkLst>
        </pc:spChg>
        <pc:spChg chg="add del">
          <ac:chgData name="Saidamen Mambayao" userId="744fa6c53ac0aede" providerId="LiveId" clId="{14B03AF9-3AF2-4628-9118-68189FD0B05B}" dt="2024-04-28T08:42:11.514" v="566" actId="26606"/>
          <ac:spMkLst>
            <pc:docMk/>
            <pc:sldMk cId="3974939900" sldId="260"/>
            <ac:spMk id="11" creationId="{5E107275-3853-46FD-A241-DE4355A42675}"/>
          </ac:spMkLst>
        </pc:spChg>
        <pc:spChg chg="add del">
          <ac:chgData name="Saidamen Mambayao" userId="744fa6c53ac0aede" providerId="LiveId" clId="{14B03AF9-3AF2-4628-9118-68189FD0B05B}" dt="2024-04-28T08:42:20.172" v="568" actId="26606"/>
          <ac:spMkLst>
            <pc:docMk/>
            <pc:sldMk cId="3974939900" sldId="260"/>
            <ac:spMk id="13" creationId="{20344094-430A-400B-804B-910E696A1A90}"/>
          </ac:spMkLst>
        </pc:spChg>
        <pc:spChg chg="add del">
          <ac:chgData name="Saidamen Mambayao" userId="744fa6c53ac0aede" providerId="LiveId" clId="{14B03AF9-3AF2-4628-9118-68189FD0B05B}" dt="2024-04-28T08:42:20.172" v="568" actId="26606"/>
          <ac:spMkLst>
            <pc:docMk/>
            <pc:sldMk cId="3974939900" sldId="260"/>
            <ac:spMk id="14" creationId="{C5278130-DFE0-457B-8698-88DF69019DDE}"/>
          </ac:spMkLst>
        </pc:spChg>
        <pc:spChg chg="add del">
          <ac:chgData name="Saidamen Mambayao" userId="744fa6c53ac0aede" providerId="LiveId" clId="{14B03AF9-3AF2-4628-9118-68189FD0B05B}" dt="2024-04-28T08:42:20.172" v="568" actId="26606"/>
          <ac:spMkLst>
            <pc:docMk/>
            <pc:sldMk cId="3974939900" sldId="260"/>
            <ac:spMk id="15" creationId="{453C67DF-7782-4E57-AB9B-F1B4811AD8FE}"/>
          </ac:spMkLst>
        </pc:spChg>
        <pc:spChg chg="add del">
          <ac:chgData name="Saidamen Mambayao" userId="744fa6c53ac0aede" providerId="LiveId" clId="{14B03AF9-3AF2-4628-9118-68189FD0B05B}" dt="2024-04-28T08:42:20.172" v="568" actId="26606"/>
          <ac:spMkLst>
            <pc:docMk/>
            <pc:sldMk cId="3974939900" sldId="260"/>
            <ac:spMk id="16" creationId="{2F99531B-1681-4D6E-BECB-18325B33A618}"/>
          </ac:spMkLst>
        </pc:spChg>
        <pc:spChg chg="add del">
          <ac:chgData name="Saidamen Mambayao" userId="744fa6c53ac0aede" providerId="LiveId" clId="{14B03AF9-3AF2-4628-9118-68189FD0B05B}" dt="2024-04-28T08:42:37.591" v="570" actId="26606"/>
          <ac:spMkLst>
            <pc:docMk/>
            <pc:sldMk cId="3974939900" sldId="260"/>
            <ac:spMk id="21" creationId="{545D489D-16E1-484D-867B-144368D74B83}"/>
          </ac:spMkLst>
        </pc:spChg>
        <pc:spChg chg="add del">
          <ac:chgData name="Saidamen Mambayao" userId="744fa6c53ac0aede" providerId="LiveId" clId="{14B03AF9-3AF2-4628-9118-68189FD0B05B}" dt="2024-04-28T08:42:37.591" v="570" actId="26606"/>
          <ac:spMkLst>
            <pc:docMk/>
            <pc:sldMk cId="3974939900" sldId="260"/>
            <ac:spMk id="22" creationId="{49A496F5-B01E-4BF8-9D1E-C4E53B6F9652}"/>
          </ac:spMkLst>
        </pc:spChg>
        <pc:spChg chg="add del">
          <ac:chgData name="Saidamen Mambayao" userId="744fa6c53ac0aede" providerId="LiveId" clId="{14B03AF9-3AF2-4628-9118-68189FD0B05B}" dt="2024-04-28T08:42:37.591" v="570" actId="26606"/>
          <ac:spMkLst>
            <pc:docMk/>
            <pc:sldMk cId="3974939900" sldId="260"/>
            <ac:spMk id="23" creationId="{6E895C8D-1379-40B8-8B1B-B6F5AEAF0A6C}"/>
          </ac:spMkLst>
        </pc:spChg>
        <pc:spChg chg="add del">
          <ac:chgData name="Saidamen Mambayao" userId="744fa6c53ac0aede" providerId="LiveId" clId="{14B03AF9-3AF2-4628-9118-68189FD0B05B}" dt="2024-04-28T08:43:30.583" v="574" actId="26606"/>
          <ac:spMkLst>
            <pc:docMk/>
            <pc:sldMk cId="3974939900" sldId="260"/>
            <ac:spMk id="31" creationId="{DCC231C8-C761-4B31-9B1C-C6D19248C6B3}"/>
          </ac:spMkLst>
        </pc:spChg>
        <pc:spChg chg="add">
          <ac:chgData name="Saidamen Mambayao" userId="744fa6c53ac0aede" providerId="LiveId" clId="{14B03AF9-3AF2-4628-9118-68189FD0B05B}" dt="2024-04-28T08:43:30.583" v="574" actId="26606"/>
          <ac:spMkLst>
            <pc:docMk/>
            <pc:sldMk cId="3974939900" sldId="260"/>
            <ac:spMk id="36" creationId="{53B021B3-DE93-4AB7-8A18-CF5F1CED88B8}"/>
          </ac:spMkLst>
        </pc:spChg>
        <pc:spChg chg="add">
          <ac:chgData name="Saidamen Mambayao" userId="744fa6c53ac0aede" providerId="LiveId" clId="{14B03AF9-3AF2-4628-9118-68189FD0B05B}" dt="2024-04-28T08:43:30.583" v="574" actId="26606"/>
          <ac:spMkLst>
            <pc:docMk/>
            <pc:sldMk cId="3974939900" sldId="260"/>
            <ac:spMk id="38" creationId="{52D502E5-F6B4-4D58-B4AE-FC466FF15EE8}"/>
          </ac:spMkLst>
        </pc:spChg>
        <pc:spChg chg="add">
          <ac:chgData name="Saidamen Mambayao" userId="744fa6c53ac0aede" providerId="LiveId" clId="{14B03AF9-3AF2-4628-9118-68189FD0B05B}" dt="2024-04-28T08:43:30.583" v="574" actId="26606"/>
          <ac:spMkLst>
            <pc:docMk/>
            <pc:sldMk cId="3974939900" sldId="260"/>
            <ac:spMk id="40" creationId="{9DECDBF4-02B6-4BB4-B65B-B8107AD6A9E8}"/>
          </ac:spMkLst>
        </pc:spChg>
        <pc:graphicFrameChg chg="add del">
          <ac:chgData name="Saidamen Mambayao" userId="744fa6c53ac0aede" providerId="LiveId" clId="{14B03AF9-3AF2-4628-9118-68189FD0B05B}" dt="2024-04-28T08:42:11.514" v="566" actId="26606"/>
          <ac:graphicFrameMkLst>
            <pc:docMk/>
            <pc:sldMk cId="3974939900" sldId="260"/>
            <ac:graphicFrameMk id="5" creationId="{14D89E56-A375-3004-ABF3-789F20E813C3}"/>
          </ac:graphicFrameMkLst>
        </pc:graphicFrameChg>
        <pc:graphicFrameChg chg="add del">
          <ac:chgData name="Saidamen Mambayao" userId="744fa6c53ac0aede" providerId="LiveId" clId="{14B03AF9-3AF2-4628-9118-68189FD0B05B}" dt="2024-04-28T08:42:20.172" v="568" actId="26606"/>
          <ac:graphicFrameMkLst>
            <pc:docMk/>
            <pc:sldMk cId="3974939900" sldId="260"/>
            <ac:graphicFrameMk id="18" creationId="{95649B1D-481B-09D6-7266-6DB27172ACFE}"/>
          </ac:graphicFrameMkLst>
        </pc:graphicFrameChg>
        <pc:graphicFrameChg chg="add del">
          <ac:chgData name="Saidamen Mambayao" userId="744fa6c53ac0aede" providerId="LiveId" clId="{14B03AF9-3AF2-4628-9118-68189FD0B05B}" dt="2024-04-28T08:42:37.591" v="570" actId="26606"/>
          <ac:graphicFrameMkLst>
            <pc:docMk/>
            <pc:sldMk cId="3974939900" sldId="260"/>
            <ac:graphicFrameMk id="24" creationId="{80BFF8F7-5BFC-A67C-6200-E3C9F3980E0F}"/>
          </ac:graphicFrameMkLst>
        </pc:graphicFrameChg>
        <pc:graphicFrameChg chg="add mod modGraphic">
          <ac:chgData name="Saidamen Mambayao" userId="744fa6c53ac0aede" providerId="LiveId" clId="{14B03AF9-3AF2-4628-9118-68189FD0B05B}" dt="2024-04-28T08:47:18.513" v="588" actId="255"/>
          <ac:graphicFrameMkLst>
            <pc:docMk/>
            <pc:sldMk cId="3974939900" sldId="260"/>
            <ac:graphicFrameMk id="26" creationId="{11E25427-8033-9A75-BB40-A1AC876B3168}"/>
          </ac:graphicFrameMkLst>
        </pc:graphicFrameChg>
        <pc:cxnChg chg="add del">
          <ac:chgData name="Saidamen Mambayao" userId="744fa6c53ac0aede" providerId="LiveId" clId="{14B03AF9-3AF2-4628-9118-68189FD0B05B}" dt="2024-04-28T08:42:20.172" v="568" actId="26606"/>
          <ac:cxnSpMkLst>
            <pc:docMk/>
            <pc:sldMk cId="3974939900" sldId="260"/>
            <ac:cxnSpMk id="17" creationId="{B03A5AE3-BD30-455C-842B-7626C8BEF097}"/>
          </ac:cxnSpMkLst>
        </pc:cxnChg>
        <pc:cxnChg chg="add del">
          <ac:chgData name="Saidamen Mambayao" userId="744fa6c53ac0aede" providerId="LiveId" clId="{14B03AF9-3AF2-4628-9118-68189FD0B05B}" dt="2024-04-28T08:42:20.172" v="568" actId="26606"/>
          <ac:cxnSpMkLst>
            <pc:docMk/>
            <pc:sldMk cId="3974939900" sldId="260"/>
            <ac:cxnSpMk id="19" creationId="{2DBECAA5-1F2D-470D-875C-8F2C2CA3E54B}"/>
          </ac:cxnSpMkLst>
        </pc:cxnChg>
      </pc:sldChg>
      <pc:sldChg chg="addSp delSp modSp new mod setBg modNotesTx">
        <pc:chgData name="Saidamen Mambayao" userId="744fa6c53ac0aede" providerId="LiveId" clId="{14B03AF9-3AF2-4628-9118-68189FD0B05B}" dt="2024-04-28T10:23:08.861" v="899" actId="20577"/>
        <pc:sldMkLst>
          <pc:docMk/>
          <pc:sldMk cId="1465535787" sldId="261"/>
        </pc:sldMkLst>
        <pc:spChg chg="mod">
          <ac:chgData name="Saidamen Mambayao" userId="744fa6c53ac0aede" providerId="LiveId" clId="{14B03AF9-3AF2-4628-9118-68189FD0B05B}" dt="2024-04-28T10:21:18.116" v="853" actId="20577"/>
          <ac:spMkLst>
            <pc:docMk/>
            <pc:sldMk cId="1465535787" sldId="261"/>
            <ac:spMk id="2" creationId="{D3346417-26D3-F143-98F9-FDF3E27836DB}"/>
          </ac:spMkLst>
        </pc:spChg>
        <pc:spChg chg="del mod">
          <ac:chgData name="Saidamen Mambayao" userId="744fa6c53ac0aede" providerId="LiveId" clId="{14B03AF9-3AF2-4628-9118-68189FD0B05B}" dt="2024-04-28T08:43:07.740" v="573" actId="26606"/>
          <ac:spMkLst>
            <pc:docMk/>
            <pc:sldMk cId="1465535787" sldId="261"/>
            <ac:spMk id="3" creationId="{E877ECB1-8BB3-D6E9-3B67-83407539EB7F}"/>
          </ac:spMkLst>
        </pc:spChg>
        <pc:spChg chg="add">
          <ac:chgData name="Saidamen Mambayao" userId="744fa6c53ac0aede" providerId="LiveId" clId="{14B03AF9-3AF2-4628-9118-68189FD0B05B}" dt="2024-04-28T08:43:07.740" v="573" actId="26606"/>
          <ac:spMkLst>
            <pc:docMk/>
            <pc:sldMk cId="1465535787" sldId="261"/>
            <ac:spMk id="9" creationId="{53B021B3-DE93-4AB7-8A18-CF5F1CED88B8}"/>
          </ac:spMkLst>
        </pc:spChg>
        <pc:spChg chg="add">
          <ac:chgData name="Saidamen Mambayao" userId="744fa6c53ac0aede" providerId="LiveId" clId="{14B03AF9-3AF2-4628-9118-68189FD0B05B}" dt="2024-04-28T08:43:07.740" v="573" actId="26606"/>
          <ac:spMkLst>
            <pc:docMk/>
            <pc:sldMk cId="1465535787" sldId="261"/>
            <ac:spMk id="11" creationId="{52D502E5-F6B4-4D58-B4AE-FC466FF15EE8}"/>
          </ac:spMkLst>
        </pc:spChg>
        <pc:spChg chg="add">
          <ac:chgData name="Saidamen Mambayao" userId="744fa6c53ac0aede" providerId="LiveId" clId="{14B03AF9-3AF2-4628-9118-68189FD0B05B}" dt="2024-04-28T08:43:07.740" v="573" actId="26606"/>
          <ac:spMkLst>
            <pc:docMk/>
            <pc:sldMk cId="1465535787" sldId="261"/>
            <ac:spMk id="13" creationId="{9DECDBF4-02B6-4BB4-B65B-B8107AD6A9E8}"/>
          </ac:spMkLst>
        </pc:spChg>
        <pc:graphicFrameChg chg="add mod">
          <ac:chgData name="Saidamen Mambayao" userId="744fa6c53ac0aede" providerId="LiveId" clId="{14B03AF9-3AF2-4628-9118-68189FD0B05B}" dt="2024-04-28T09:26:43.137" v="766" actId="20577"/>
          <ac:graphicFrameMkLst>
            <pc:docMk/>
            <pc:sldMk cId="1465535787" sldId="261"/>
            <ac:graphicFrameMk id="5" creationId="{FC163C95-9C6B-1C6A-B5EA-4F949EBF1D81}"/>
          </ac:graphicFrameMkLst>
        </pc:graphicFrameChg>
      </pc:sldChg>
      <pc:sldChg chg="addSp delSp modSp new del mod setBg setClrOvrMap">
        <pc:chgData name="Saidamen Mambayao" userId="744fa6c53ac0aede" providerId="LiveId" clId="{14B03AF9-3AF2-4628-9118-68189FD0B05B}" dt="2024-04-28T09:03:01.516" v="632" actId="47"/>
        <pc:sldMkLst>
          <pc:docMk/>
          <pc:sldMk cId="2845566615" sldId="262"/>
        </pc:sldMkLst>
        <pc:spChg chg="mod">
          <ac:chgData name="Saidamen Mambayao" userId="744fa6c53ac0aede" providerId="LiveId" clId="{14B03AF9-3AF2-4628-9118-68189FD0B05B}" dt="2024-04-28T08:57:54.029" v="607" actId="26606"/>
          <ac:spMkLst>
            <pc:docMk/>
            <pc:sldMk cId="2845566615" sldId="262"/>
            <ac:spMk id="2" creationId="{5D53EB2B-8AA5-BB5C-E3DB-ADBDAF996E0B}"/>
          </ac:spMkLst>
        </pc:spChg>
        <pc:spChg chg="del mod">
          <ac:chgData name="Saidamen Mambayao" userId="744fa6c53ac0aede" providerId="LiveId" clId="{14B03AF9-3AF2-4628-9118-68189FD0B05B}" dt="2024-04-28T08:47:35.682" v="589" actId="26606"/>
          <ac:spMkLst>
            <pc:docMk/>
            <pc:sldMk cId="2845566615" sldId="262"/>
            <ac:spMk id="3" creationId="{3859D7BB-5859-0CC2-A62F-3A7BD62B7CDB}"/>
          </ac:spMkLst>
        </pc:spChg>
        <pc:spChg chg="add del">
          <ac:chgData name="Saidamen Mambayao" userId="744fa6c53ac0aede" providerId="LiveId" clId="{14B03AF9-3AF2-4628-9118-68189FD0B05B}" dt="2024-04-28T08:48:41.378" v="595" actId="26606"/>
          <ac:spMkLst>
            <pc:docMk/>
            <pc:sldMk cId="2845566615" sldId="262"/>
            <ac:spMk id="9" creationId="{5ACC6BB2-28F8-4405-829D-0562733BEE7A}"/>
          </ac:spMkLst>
        </pc:spChg>
        <pc:spChg chg="add del">
          <ac:chgData name="Saidamen Mambayao" userId="744fa6c53ac0aede" providerId="LiveId" clId="{14B03AF9-3AF2-4628-9118-68189FD0B05B}" dt="2024-04-28T08:48:41.378" v="595" actId="26606"/>
          <ac:spMkLst>
            <pc:docMk/>
            <pc:sldMk cId="2845566615" sldId="262"/>
            <ac:spMk id="11" creationId="{5C2E53F0-AD54-4A55-99A0-EC896CE3C233}"/>
          </ac:spMkLst>
        </pc:spChg>
        <pc:spChg chg="add del">
          <ac:chgData name="Saidamen Mambayao" userId="744fa6c53ac0aede" providerId="LiveId" clId="{14B03AF9-3AF2-4628-9118-68189FD0B05B}" dt="2024-04-28T08:48:41.378" v="595" actId="26606"/>
          <ac:spMkLst>
            <pc:docMk/>
            <pc:sldMk cId="2845566615" sldId="262"/>
            <ac:spMk id="13" creationId="{D15F19F8-85EE-477A-ACBA-4B6D069780E5}"/>
          </ac:spMkLst>
        </pc:spChg>
        <pc:spChg chg="add del">
          <ac:chgData name="Saidamen Mambayao" userId="744fa6c53ac0aede" providerId="LiveId" clId="{14B03AF9-3AF2-4628-9118-68189FD0B05B}" dt="2024-04-28T08:48:41.378" v="595" actId="26606"/>
          <ac:spMkLst>
            <pc:docMk/>
            <pc:sldMk cId="2845566615" sldId="262"/>
            <ac:spMk id="15" creationId="{92C3387C-D24F-4737-8A37-1DC5CFF09CFA}"/>
          </ac:spMkLst>
        </pc:spChg>
        <pc:spChg chg="add del">
          <ac:chgData name="Saidamen Mambayao" userId="744fa6c53ac0aede" providerId="LiveId" clId="{14B03AF9-3AF2-4628-9118-68189FD0B05B}" dt="2024-04-28T08:49:32.429" v="596" actId="26606"/>
          <ac:spMkLst>
            <pc:docMk/>
            <pc:sldMk cId="2845566615" sldId="262"/>
            <ac:spMk id="20" creationId="{81D377EB-C9D2-4ED0-86A6-740A297E3EAC}"/>
          </ac:spMkLst>
        </pc:spChg>
        <pc:spChg chg="add del">
          <ac:chgData name="Saidamen Mambayao" userId="744fa6c53ac0aede" providerId="LiveId" clId="{14B03AF9-3AF2-4628-9118-68189FD0B05B}" dt="2024-04-28T08:48:41.344" v="594" actId="26606"/>
          <ac:spMkLst>
            <pc:docMk/>
            <pc:sldMk cId="2845566615" sldId="262"/>
            <ac:spMk id="21" creationId="{5ACC6BB2-28F8-4405-829D-0562733BEE7A}"/>
          </ac:spMkLst>
        </pc:spChg>
        <pc:spChg chg="add del">
          <ac:chgData name="Saidamen Mambayao" userId="744fa6c53ac0aede" providerId="LiveId" clId="{14B03AF9-3AF2-4628-9118-68189FD0B05B}" dt="2024-04-28T08:49:32.429" v="596" actId="26606"/>
          <ac:spMkLst>
            <pc:docMk/>
            <pc:sldMk cId="2845566615" sldId="262"/>
            <ac:spMk id="22" creationId="{066346BE-FDB4-4772-A696-0719490ABD64}"/>
          </ac:spMkLst>
        </pc:spChg>
        <pc:spChg chg="add del">
          <ac:chgData name="Saidamen Mambayao" userId="744fa6c53ac0aede" providerId="LiveId" clId="{14B03AF9-3AF2-4628-9118-68189FD0B05B}" dt="2024-04-28T08:48:41.344" v="594" actId="26606"/>
          <ac:spMkLst>
            <pc:docMk/>
            <pc:sldMk cId="2845566615" sldId="262"/>
            <ac:spMk id="23" creationId="{5C2E53F0-AD54-4A55-99A0-EC896CE3C233}"/>
          </ac:spMkLst>
        </pc:spChg>
        <pc:spChg chg="add del">
          <ac:chgData name="Saidamen Mambayao" userId="744fa6c53ac0aede" providerId="LiveId" clId="{14B03AF9-3AF2-4628-9118-68189FD0B05B}" dt="2024-04-28T08:49:32.429" v="596" actId="26606"/>
          <ac:spMkLst>
            <pc:docMk/>
            <pc:sldMk cId="2845566615" sldId="262"/>
            <ac:spMk id="24" creationId="{FB92FFCE-0C90-454E-AA25-D4EE9A6C39C5}"/>
          </ac:spMkLst>
        </pc:spChg>
        <pc:spChg chg="add del">
          <ac:chgData name="Saidamen Mambayao" userId="744fa6c53ac0aede" providerId="LiveId" clId="{14B03AF9-3AF2-4628-9118-68189FD0B05B}" dt="2024-04-28T08:48:41.344" v="594" actId="26606"/>
          <ac:spMkLst>
            <pc:docMk/>
            <pc:sldMk cId="2845566615" sldId="262"/>
            <ac:spMk id="25" creationId="{D15F19F8-85EE-477A-ACBA-4B6D069780E5}"/>
          </ac:spMkLst>
        </pc:spChg>
        <pc:spChg chg="add del">
          <ac:chgData name="Saidamen Mambayao" userId="744fa6c53ac0aede" providerId="LiveId" clId="{14B03AF9-3AF2-4628-9118-68189FD0B05B}" dt="2024-04-28T08:48:41.344" v="594" actId="26606"/>
          <ac:spMkLst>
            <pc:docMk/>
            <pc:sldMk cId="2845566615" sldId="262"/>
            <ac:spMk id="27" creationId="{92C3387C-D24F-4737-8A37-1DC5CFF09CFA}"/>
          </ac:spMkLst>
        </pc:spChg>
        <pc:spChg chg="add">
          <ac:chgData name="Saidamen Mambayao" userId="744fa6c53ac0aede" providerId="LiveId" clId="{14B03AF9-3AF2-4628-9118-68189FD0B05B}" dt="2024-04-28T08:49:32.429" v="596" actId="26606"/>
          <ac:spMkLst>
            <pc:docMk/>
            <pc:sldMk cId="2845566615" sldId="262"/>
            <ac:spMk id="35" creationId="{81D377EB-C9D2-4ED0-86A6-740A297E3EAC}"/>
          </ac:spMkLst>
        </pc:spChg>
        <pc:spChg chg="add">
          <ac:chgData name="Saidamen Mambayao" userId="744fa6c53ac0aede" providerId="LiveId" clId="{14B03AF9-3AF2-4628-9118-68189FD0B05B}" dt="2024-04-28T08:49:32.429" v="596" actId="26606"/>
          <ac:spMkLst>
            <pc:docMk/>
            <pc:sldMk cId="2845566615" sldId="262"/>
            <ac:spMk id="37" creationId="{066346BE-FDB4-4772-A696-0719490ABD64}"/>
          </ac:spMkLst>
        </pc:spChg>
        <pc:spChg chg="add">
          <ac:chgData name="Saidamen Mambayao" userId="744fa6c53ac0aede" providerId="LiveId" clId="{14B03AF9-3AF2-4628-9118-68189FD0B05B}" dt="2024-04-28T08:49:32.429" v="596" actId="26606"/>
          <ac:spMkLst>
            <pc:docMk/>
            <pc:sldMk cId="2845566615" sldId="262"/>
            <ac:spMk id="39" creationId="{FB92FFCE-0C90-454E-AA25-D4EE9A6C39C5}"/>
          </ac:spMkLst>
        </pc:spChg>
        <pc:spChg chg="del">
          <ac:chgData name="Saidamen Mambayao" userId="744fa6c53ac0aede" providerId="LiveId" clId="{14B03AF9-3AF2-4628-9118-68189FD0B05B}" dt="2024-04-28T08:56:30.826" v="601" actId="26606"/>
          <ac:spMkLst>
            <pc:docMk/>
            <pc:sldMk cId="2845566615" sldId="262"/>
            <ac:spMk id="57" creationId="{53B021B3-DE93-4AB7-8A18-CF5F1CED88B8}"/>
          </ac:spMkLst>
        </pc:spChg>
        <pc:spChg chg="del">
          <ac:chgData name="Saidamen Mambayao" userId="744fa6c53ac0aede" providerId="LiveId" clId="{14B03AF9-3AF2-4628-9118-68189FD0B05B}" dt="2024-04-28T08:56:30.826" v="601" actId="26606"/>
          <ac:spMkLst>
            <pc:docMk/>
            <pc:sldMk cId="2845566615" sldId="262"/>
            <ac:spMk id="59" creationId="{52D502E5-F6B4-4D58-B4AE-FC466FF15EE8}"/>
          </ac:spMkLst>
        </pc:spChg>
        <pc:spChg chg="del">
          <ac:chgData name="Saidamen Mambayao" userId="744fa6c53ac0aede" providerId="LiveId" clId="{14B03AF9-3AF2-4628-9118-68189FD0B05B}" dt="2024-04-28T08:56:30.826" v="601" actId="26606"/>
          <ac:spMkLst>
            <pc:docMk/>
            <pc:sldMk cId="2845566615" sldId="262"/>
            <ac:spMk id="61" creationId="{9DECDBF4-02B6-4BB4-B65B-B8107AD6A9E8}"/>
          </ac:spMkLst>
        </pc:spChg>
        <pc:spChg chg="add del">
          <ac:chgData name="Saidamen Mambayao" userId="744fa6c53ac0aede" providerId="LiveId" clId="{14B03AF9-3AF2-4628-9118-68189FD0B05B}" dt="2024-04-28T08:57:54.029" v="607" actId="26606"/>
          <ac:spMkLst>
            <pc:docMk/>
            <pc:sldMk cId="2845566615" sldId="262"/>
            <ac:spMk id="66" creationId="{53B021B3-DE93-4AB7-8A18-CF5F1CED88B8}"/>
          </ac:spMkLst>
        </pc:spChg>
        <pc:spChg chg="add del">
          <ac:chgData name="Saidamen Mambayao" userId="744fa6c53ac0aede" providerId="LiveId" clId="{14B03AF9-3AF2-4628-9118-68189FD0B05B}" dt="2024-04-28T08:57:54.029" v="607" actId="26606"/>
          <ac:spMkLst>
            <pc:docMk/>
            <pc:sldMk cId="2845566615" sldId="262"/>
            <ac:spMk id="68" creationId="{52D502E5-F6B4-4D58-B4AE-FC466FF15EE8}"/>
          </ac:spMkLst>
        </pc:spChg>
        <pc:spChg chg="add del">
          <ac:chgData name="Saidamen Mambayao" userId="744fa6c53ac0aede" providerId="LiveId" clId="{14B03AF9-3AF2-4628-9118-68189FD0B05B}" dt="2024-04-28T08:57:54.029" v="607" actId="26606"/>
          <ac:spMkLst>
            <pc:docMk/>
            <pc:sldMk cId="2845566615" sldId="262"/>
            <ac:spMk id="70" creationId="{9DECDBF4-02B6-4BB4-B65B-B8107AD6A9E8}"/>
          </ac:spMkLst>
        </pc:spChg>
        <pc:spChg chg="add del">
          <ac:chgData name="Saidamen Mambayao" userId="744fa6c53ac0aede" providerId="LiveId" clId="{14B03AF9-3AF2-4628-9118-68189FD0B05B}" dt="2024-04-28T08:57:53.918" v="606" actId="26606"/>
          <ac:spMkLst>
            <pc:docMk/>
            <pc:sldMk cId="2845566615" sldId="262"/>
            <ac:spMk id="75" creationId="{5ACC6BB2-28F8-4405-829D-0562733BEE7A}"/>
          </ac:spMkLst>
        </pc:spChg>
        <pc:spChg chg="add del">
          <ac:chgData name="Saidamen Mambayao" userId="744fa6c53ac0aede" providerId="LiveId" clId="{14B03AF9-3AF2-4628-9118-68189FD0B05B}" dt="2024-04-28T08:57:53.918" v="606" actId="26606"/>
          <ac:spMkLst>
            <pc:docMk/>
            <pc:sldMk cId="2845566615" sldId="262"/>
            <ac:spMk id="77" creationId="{5C2E53F0-AD54-4A55-99A0-EC896CE3C233}"/>
          </ac:spMkLst>
        </pc:spChg>
        <pc:spChg chg="add del">
          <ac:chgData name="Saidamen Mambayao" userId="744fa6c53ac0aede" providerId="LiveId" clId="{14B03AF9-3AF2-4628-9118-68189FD0B05B}" dt="2024-04-28T08:57:53.918" v="606" actId="26606"/>
          <ac:spMkLst>
            <pc:docMk/>
            <pc:sldMk cId="2845566615" sldId="262"/>
            <ac:spMk id="79" creationId="{D15F19F8-85EE-477A-ACBA-4B6D069780E5}"/>
          </ac:spMkLst>
        </pc:spChg>
        <pc:spChg chg="add del">
          <ac:chgData name="Saidamen Mambayao" userId="744fa6c53ac0aede" providerId="LiveId" clId="{14B03AF9-3AF2-4628-9118-68189FD0B05B}" dt="2024-04-28T08:57:53.918" v="606" actId="26606"/>
          <ac:spMkLst>
            <pc:docMk/>
            <pc:sldMk cId="2845566615" sldId="262"/>
            <ac:spMk id="81" creationId="{92C3387C-D24F-4737-8A37-1DC5CFF09CFA}"/>
          </ac:spMkLst>
        </pc:spChg>
        <pc:spChg chg="add">
          <ac:chgData name="Saidamen Mambayao" userId="744fa6c53ac0aede" providerId="LiveId" clId="{14B03AF9-3AF2-4628-9118-68189FD0B05B}" dt="2024-04-28T08:57:54.029" v="607" actId="26606"/>
          <ac:spMkLst>
            <pc:docMk/>
            <pc:sldMk cId="2845566615" sldId="262"/>
            <ac:spMk id="83" creationId="{AFF8D2E5-2C4E-47B1-930B-6C82B7C31331}"/>
          </ac:spMkLst>
        </pc:spChg>
        <pc:spChg chg="add">
          <ac:chgData name="Saidamen Mambayao" userId="744fa6c53ac0aede" providerId="LiveId" clId="{14B03AF9-3AF2-4628-9118-68189FD0B05B}" dt="2024-04-28T08:57:54.029" v="607" actId="26606"/>
          <ac:spMkLst>
            <pc:docMk/>
            <pc:sldMk cId="2845566615" sldId="262"/>
            <ac:spMk id="84" creationId="{801E4ADA-0EA9-4930-846E-3C11E8BED6DD}"/>
          </ac:spMkLst>
        </pc:spChg>
        <pc:spChg chg="add">
          <ac:chgData name="Saidamen Mambayao" userId="744fa6c53ac0aede" providerId="LiveId" clId="{14B03AF9-3AF2-4628-9118-68189FD0B05B}" dt="2024-04-28T08:57:54.029" v="607" actId="26606"/>
          <ac:spMkLst>
            <pc:docMk/>
            <pc:sldMk cId="2845566615" sldId="262"/>
            <ac:spMk id="85" creationId="{FB92FFCE-0C90-454E-AA25-D4EE9A6C39C5}"/>
          </ac:spMkLst>
        </pc:spChg>
        <pc:graphicFrameChg chg="add del mod">
          <ac:chgData name="Saidamen Mambayao" userId="744fa6c53ac0aede" providerId="LiveId" clId="{14B03AF9-3AF2-4628-9118-68189FD0B05B}" dt="2024-04-28T08:48:41.378" v="595" actId="26606"/>
          <ac:graphicFrameMkLst>
            <pc:docMk/>
            <pc:sldMk cId="2845566615" sldId="262"/>
            <ac:graphicFrameMk id="5" creationId="{9B7274A5-834B-D0B1-04AB-D51E1346DE7F}"/>
          </ac:graphicFrameMkLst>
        </pc:graphicFrameChg>
        <pc:graphicFrameChg chg="add del">
          <ac:chgData name="Saidamen Mambayao" userId="744fa6c53ac0aede" providerId="LiveId" clId="{14B03AF9-3AF2-4628-9118-68189FD0B05B}" dt="2024-04-28T08:48:41.344" v="594" actId="26606"/>
          <ac:graphicFrameMkLst>
            <pc:docMk/>
            <pc:sldMk cId="2845566615" sldId="262"/>
            <ac:graphicFrameMk id="17" creationId="{C7104522-8E5F-E59B-DD79-590B635F053C}"/>
          </ac:graphicFrameMkLst>
        </pc:graphicFrameChg>
        <pc:graphicFrameChg chg="add del">
          <ac:chgData name="Saidamen Mambayao" userId="744fa6c53ac0aede" providerId="LiveId" clId="{14B03AF9-3AF2-4628-9118-68189FD0B05B}" dt="2024-04-28T08:49:32.429" v="596" actId="26606"/>
          <ac:graphicFrameMkLst>
            <pc:docMk/>
            <pc:sldMk cId="2845566615" sldId="262"/>
            <ac:graphicFrameMk id="29" creationId="{9B7274A5-834B-D0B1-04AB-D51E1346DE7F}"/>
          </ac:graphicFrameMkLst>
        </pc:graphicFrameChg>
        <pc:graphicFrameChg chg="add mod modGraphic">
          <ac:chgData name="Saidamen Mambayao" userId="744fa6c53ac0aede" providerId="LiveId" clId="{14B03AF9-3AF2-4628-9118-68189FD0B05B}" dt="2024-04-28T08:57:54.029" v="607" actId="26606"/>
          <ac:graphicFrameMkLst>
            <pc:docMk/>
            <pc:sldMk cId="2845566615" sldId="262"/>
            <ac:graphicFrameMk id="31" creationId="{9ABC6295-1D56-635E-FB28-BEEEC172A0D4}"/>
          </ac:graphicFrameMkLst>
        </pc:graphicFrameChg>
      </pc:sldChg>
      <pc:sldChg chg="addSp delSp modSp new del mod setBg">
        <pc:chgData name="Saidamen Mambayao" userId="744fa6c53ac0aede" providerId="LiveId" clId="{14B03AF9-3AF2-4628-9118-68189FD0B05B}" dt="2024-04-28T09:11:37.761" v="676" actId="47"/>
        <pc:sldMkLst>
          <pc:docMk/>
          <pc:sldMk cId="3427781499" sldId="263"/>
        </pc:sldMkLst>
        <pc:spChg chg="mod">
          <ac:chgData name="Saidamen Mambayao" userId="744fa6c53ac0aede" providerId="LiveId" clId="{14B03AF9-3AF2-4628-9118-68189FD0B05B}" dt="2024-04-28T09:09:17.845" v="666" actId="26606"/>
          <ac:spMkLst>
            <pc:docMk/>
            <pc:sldMk cId="3427781499" sldId="263"/>
            <ac:spMk id="2" creationId="{841CB99F-9207-4B2A-CB5C-74F15D8D588F}"/>
          </ac:spMkLst>
        </pc:spChg>
        <pc:spChg chg="del mod">
          <ac:chgData name="Saidamen Mambayao" userId="744fa6c53ac0aede" providerId="LiveId" clId="{14B03AF9-3AF2-4628-9118-68189FD0B05B}" dt="2024-04-28T09:05:00.783" v="636" actId="26606"/>
          <ac:spMkLst>
            <pc:docMk/>
            <pc:sldMk cId="3427781499" sldId="263"/>
            <ac:spMk id="3" creationId="{6F22FAA3-9428-F16B-2CC2-75D4B2D998E8}"/>
          </ac:spMkLst>
        </pc:spChg>
        <pc:spChg chg="add del">
          <ac:chgData name="Saidamen Mambayao" userId="744fa6c53ac0aede" providerId="LiveId" clId="{14B03AF9-3AF2-4628-9118-68189FD0B05B}" dt="2024-04-28T09:09:17.845" v="666" actId="26606"/>
          <ac:spMkLst>
            <pc:docMk/>
            <pc:sldMk cId="3427781499" sldId="263"/>
            <ac:spMk id="10" creationId="{6C4028FD-8BAA-4A19-BFDE-594D991B7552}"/>
          </ac:spMkLst>
        </pc:spChg>
        <pc:spChg chg="add">
          <ac:chgData name="Saidamen Mambayao" userId="744fa6c53ac0aede" providerId="LiveId" clId="{14B03AF9-3AF2-4628-9118-68189FD0B05B}" dt="2024-04-28T09:09:17.845" v="666" actId="26606"/>
          <ac:spMkLst>
            <pc:docMk/>
            <pc:sldMk cId="3427781499" sldId="263"/>
            <ac:spMk id="15" creationId="{81D377EB-C9D2-4ED0-86A6-740A297E3EAC}"/>
          </ac:spMkLst>
        </pc:spChg>
        <pc:spChg chg="add">
          <ac:chgData name="Saidamen Mambayao" userId="744fa6c53ac0aede" providerId="LiveId" clId="{14B03AF9-3AF2-4628-9118-68189FD0B05B}" dt="2024-04-28T09:09:17.845" v="666" actId="26606"/>
          <ac:spMkLst>
            <pc:docMk/>
            <pc:sldMk cId="3427781499" sldId="263"/>
            <ac:spMk id="17" creationId="{066346BE-FDB4-4772-A696-0719490ABD64}"/>
          </ac:spMkLst>
        </pc:spChg>
        <pc:spChg chg="add">
          <ac:chgData name="Saidamen Mambayao" userId="744fa6c53ac0aede" providerId="LiveId" clId="{14B03AF9-3AF2-4628-9118-68189FD0B05B}" dt="2024-04-28T09:09:17.845" v="666" actId="26606"/>
          <ac:spMkLst>
            <pc:docMk/>
            <pc:sldMk cId="3427781499" sldId="263"/>
            <ac:spMk id="19" creationId="{FB92FFCE-0C90-454E-AA25-D4EE9A6C39C5}"/>
          </ac:spMkLst>
        </pc:spChg>
        <pc:graphicFrameChg chg="add mod modGraphic">
          <ac:chgData name="Saidamen Mambayao" userId="744fa6c53ac0aede" providerId="LiveId" clId="{14B03AF9-3AF2-4628-9118-68189FD0B05B}" dt="2024-04-28T09:09:17.845" v="666" actId="26606"/>
          <ac:graphicFrameMkLst>
            <pc:docMk/>
            <pc:sldMk cId="3427781499" sldId="263"/>
            <ac:graphicFrameMk id="5" creationId="{0482DCD6-24D6-1B6A-4646-82BD4F5C97E4}"/>
          </ac:graphicFrameMkLst>
        </pc:graphicFrameChg>
      </pc:sldChg>
      <pc:sldChg chg="addSp delSp modSp new mod setBg modNotesTx">
        <pc:chgData name="Saidamen Mambayao" userId="744fa6c53ac0aede" providerId="LiveId" clId="{14B03AF9-3AF2-4628-9118-68189FD0B05B}" dt="2024-04-28T11:26:20.274" v="924" actId="113"/>
        <pc:sldMkLst>
          <pc:docMk/>
          <pc:sldMk cId="2594525116" sldId="264"/>
        </pc:sldMkLst>
        <pc:spChg chg="mod">
          <ac:chgData name="Saidamen Mambayao" userId="744fa6c53ac0aede" providerId="LiveId" clId="{14B03AF9-3AF2-4628-9118-68189FD0B05B}" dt="2024-04-28T10:21:34.964" v="884" actId="20577"/>
          <ac:spMkLst>
            <pc:docMk/>
            <pc:sldMk cId="2594525116" sldId="264"/>
            <ac:spMk id="2" creationId="{833C1318-A4BF-98D2-DEB0-B6C38F7338C6}"/>
          </ac:spMkLst>
        </pc:spChg>
        <pc:spChg chg="del mod">
          <ac:chgData name="Saidamen Mambayao" userId="744fa6c53ac0aede" providerId="LiveId" clId="{14B03AF9-3AF2-4628-9118-68189FD0B05B}" dt="2024-04-28T09:07:47.558" v="660" actId="26606"/>
          <ac:spMkLst>
            <pc:docMk/>
            <pc:sldMk cId="2594525116" sldId="264"/>
            <ac:spMk id="3" creationId="{229AF3C2-5509-3C2A-57E1-4C94383C6887}"/>
          </ac:spMkLst>
        </pc:spChg>
        <pc:spChg chg="add">
          <ac:chgData name="Saidamen Mambayao" userId="744fa6c53ac0aede" providerId="LiveId" clId="{14B03AF9-3AF2-4628-9118-68189FD0B05B}" dt="2024-04-28T09:07:47.558" v="660" actId="26606"/>
          <ac:spMkLst>
            <pc:docMk/>
            <pc:sldMk cId="2594525116" sldId="264"/>
            <ac:spMk id="9" creationId="{53B021B3-DE93-4AB7-8A18-CF5F1CED88B8}"/>
          </ac:spMkLst>
        </pc:spChg>
        <pc:spChg chg="add">
          <ac:chgData name="Saidamen Mambayao" userId="744fa6c53ac0aede" providerId="LiveId" clId="{14B03AF9-3AF2-4628-9118-68189FD0B05B}" dt="2024-04-28T09:07:47.558" v="660" actId="26606"/>
          <ac:spMkLst>
            <pc:docMk/>
            <pc:sldMk cId="2594525116" sldId="264"/>
            <ac:spMk id="11" creationId="{52D502E5-F6B4-4D58-B4AE-FC466FF15EE8}"/>
          </ac:spMkLst>
        </pc:spChg>
        <pc:spChg chg="add">
          <ac:chgData name="Saidamen Mambayao" userId="744fa6c53ac0aede" providerId="LiveId" clId="{14B03AF9-3AF2-4628-9118-68189FD0B05B}" dt="2024-04-28T09:07:47.558" v="660" actId="26606"/>
          <ac:spMkLst>
            <pc:docMk/>
            <pc:sldMk cId="2594525116" sldId="264"/>
            <ac:spMk id="13" creationId="{9DECDBF4-02B6-4BB4-B65B-B8107AD6A9E8}"/>
          </ac:spMkLst>
        </pc:spChg>
        <pc:graphicFrameChg chg="add mod">
          <ac:chgData name="Saidamen Mambayao" userId="744fa6c53ac0aede" providerId="LiveId" clId="{14B03AF9-3AF2-4628-9118-68189FD0B05B}" dt="2024-04-28T09:14:07.485" v="682" actId="255"/>
          <ac:graphicFrameMkLst>
            <pc:docMk/>
            <pc:sldMk cId="2594525116" sldId="264"/>
            <ac:graphicFrameMk id="5" creationId="{4EBAC3E7-EC6B-6C04-90EA-1D10C33B79BB}"/>
          </ac:graphicFrameMkLst>
        </pc:graphicFrameChg>
      </pc:sldChg>
      <pc:sldChg chg="addSp delSp modSp new mod setBg modNotesTx">
        <pc:chgData name="Saidamen Mambayao" userId="744fa6c53ac0aede" providerId="LiveId" clId="{14B03AF9-3AF2-4628-9118-68189FD0B05B}" dt="2024-04-28T11:26:25.189" v="929" actId="113"/>
        <pc:sldMkLst>
          <pc:docMk/>
          <pc:sldMk cId="2424616761" sldId="265"/>
        </pc:sldMkLst>
        <pc:spChg chg="mod">
          <ac:chgData name="Saidamen Mambayao" userId="744fa6c53ac0aede" providerId="LiveId" clId="{14B03AF9-3AF2-4628-9118-68189FD0B05B}" dt="2024-04-28T10:21:40.945" v="893" actId="20577"/>
          <ac:spMkLst>
            <pc:docMk/>
            <pc:sldMk cId="2424616761" sldId="265"/>
            <ac:spMk id="2" creationId="{5D34DFE8-1231-B5DC-9652-52B330F53883}"/>
          </ac:spMkLst>
        </pc:spChg>
        <pc:spChg chg="del mod">
          <ac:chgData name="Saidamen Mambayao" userId="744fa6c53ac0aede" providerId="LiveId" clId="{14B03AF9-3AF2-4628-9118-68189FD0B05B}" dt="2024-04-28T09:07:56.696" v="661" actId="26606"/>
          <ac:spMkLst>
            <pc:docMk/>
            <pc:sldMk cId="2424616761" sldId="265"/>
            <ac:spMk id="3" creationId="{2F9CF19E-56BA-F3AB-7E79-D79C4D741DEA}"/>
          </ac:spMkLst>
        </pc:spChg>
        <pc:spChg chg="add">
          <ac:chgData name="Saidamen Mambayao" userId="744fa6c53ac0aede" providerId="LiveId" clId="{14B03AF9-3AF2-4628-9118-68189FD0B05B}" dt="2024-04-28T09:07:56.696" v="661" actId="26606"/>
          <ac:spMkLst>
            <pc:docMk/>
            <pc:sldMk cId="2424616761" sldId="265"/>
            <ac:spMk id="9" creationId="{53B021B3-DE93-4AB7-8A18-CF5F1CED88B8}"/>
          </ac:spMkLst>
        </pc:spChg>
        <pc:spChg chg="add">
          <ac:chgData name="Saidamen Mambayao" userId="744fa6c53ac0aede" providerId="LiveId" clId="{14B03AF9-3AF2-4628-9118-68189FD0B05B}" dt="2024-04-28T09:07:56.696" v="661" actId="26606"/>
          <ac:spMkLst>
            <pc:docMk/>
            <pc:sldMk cId="2424616761" sldId="265"/>
            <ac:spMk id="11" creationId="{52D502E5-F6B4-4D58-B4AE-FC466FF15EE8}"/>
          </ac:spMkLst>
        </pc:spChg>
        <pc:spChg chg="add">
          <ac:chgData name="Saidamen Mambayao" userId="744fa6c53ac0aede" providerId="LiveId" clId="{14B03AF9-3AF2-4628-9118-68189FD0B05B}" dt="2024-04-28T09:07:56.696" v="661" actId="26606"/>
          <ac:spMkLst>
            <pc:docMk/>
            <pc:sldMk cId="2424616761" sldId="265"/>
            <ac:spMk id="13" creationId="{9DECDBF4-02B6-4BB4-B65B-B8107AD6A9E8}"/>
          </ac:spMkLst>
        </pc:spChg>
        <pc:graphicFrameChg chg="add mod modGraphic">
          <ac:chgData name="Saidamen Mambayao" userId="744fa6c53ac0aede" providerId="LiveId" clId="{14B03AF9-3AF2-4628-9118-68189FD0B05B}" dt="2024-04-28T09:15:28.453" v="699"/>
          <ac:graphicFrameMkLst>
            <pc:docMk/>
            <pc:sldMk cId="2424616761" sldId="265"/>
            <ac:graphicFrameMk id="5" creationId="{44B2E63E-3AD9-FF2D-3ED7-13DBA994B847}"/>
          </ac:graphicFrameMkLst>
        </pc:graphicFrameChg>
      </pc:sldChg>
      <pc:sldChg chg="modSp new del mod ord">
        <pc:chgData name="Saidamen Mambayao" userId="744fa6c53ac0aede" providerId="LiveId" clId="{14B03AF9-3AF2-4628-9118-68189FD0B05B}" dt="2024-04-28T09:02:59.896" v="631" actId="47"/>
        <pc:sldMkLst>
          <pc:docMk/>
          <pc:sldMk cId="1191904556" sldId="266"/>
        </pc:sldMkLst>
        <pc:spChg chg="mod">
          <ac:chgData name="Saidamen Mambayao" userId="744fa6c53ac0aede" providerId="LiveId" clId="{14B03AF9-3AF2-4628-9118-68189FD0B05B}" dt="2024-04-28T08:57:26.015" v="604"/>
          <ac:spMkLst>
            <pc:docMk/>
            <pc:sldMk cId="1191904556" sldId="266"/>
            <ac:spMk id="2" creationId="{131626F3-3049-B3CD-E4A9-5C98F5C9089D}"/>
          </ac:spMkLst>
        </pc:spChg>
        <pc:spChg chg="mod">
          <ac:chgData name="Saidamen Mambayao" userId="744fa6c53ac0aede" providerId="LiveId" clId="{14B03AF9-3AF2-4628-9118-68189FD0B05B}" dt="2024-04-28T08:59:51.945" v="621" actId="27636"/>
          <ac:spMkLst>
            <pc:docMk/>
            <pc:sldMk cId="1191904556" sldId="266"/>
            <ac:spMk id="3" creationId="{A7F1F150-55B4-D41A-0530-C0FA6D0EC8F4}"/>
          </ac:spMkLst>
        </pc:spChg>
      </pc:sldChg>
      <pc:sldChg chg="modSp add mod modNotesTx">
        <pc:chgData name="Saidamen Mambayao" userId="744fa6c53ac0aede" providerId="LiveId" clId="{14B03AF9-3AF2-4628-9118-68189FD0B05B}" dt="2024-04-28T10:57:52.266" v="907" actId="113"/>
        <pc:sldMkLst>
          <pc:docMk/>
          <pc:sldMk cId="4156553795" sldId="267"/>
        </pc:sldMkLst>
        <pc:spChg chg="mod">
          <ac:chgData name="Saidamen Mambayao" userId="744fa6c53ac0aede" providerId="LiveId" clId="{14B03AF9-3AF2-4628-9118-68189FD0B05B}" dt="2024-04-28T10:21:22.177" v="861" actId="20577"/>
          <ac:spMkLst>
            <pc:docMk/>
            <pc:sldMk cId="4156553795" sldId="267"/>
            <ac:spMk id="2" creationId="{D3346417-26D3-F143-98F9-FDF3E27836DB}"/>
          </ac:spMkLst>
        </pc:spChg>
        <pc:graphicFrameChg chg="mod">
          <ac:chgData name="Saidamen Mambayao" userId="744fa6c53ac0aede" providerId="LiveId" clId="{14B03AF9-3AF2-4628-9118-68189FD0B05B}" dt="2024-04-28T09:06:54.042" v="653"/>
          <ac:graphicFrameMkLst>
            <pc:docMk/>
            <pc:sldMk cId="4156553795" sldId="267"/>
            <ac:graphicFrameMk id="5" creationId="{FC163C95-9C6B-1C6A-B5EA-4F949EBF1D81}"/>
          </ac:graphicFrameMkLst>
        </pc:graphicFrameChg>
      </pc:sldChg>
      <pc:sldChg chg="addSp delSp modSp new mod setBg modNotesTx">
        <pc:chgData name="Saidamen Mambayao" userId="744fa6c53ac0aede" providerId="LiveId" clId="{14B03AF9-3AF2-4628-9118-68189FD0B05B}" dt="2024-04-28T11:06:44.978" v="914" actId="113"/>
        <pc:sldMkLst>
          <pc:docMk/>
          <pc:sldMk cId="1151104623" sldId="268"/>
        </pc:sldMkLst>
        <pc:spChg chg="mod">
          <ac:chgData name="Saidamen Mambayao" userId="744fa6c53ac0aede" providerId="LiveId" clId="{14B03AF9-3AF2-4628-9118-68189FD0B05B}" dt="2024-04-28T10:21:27.822" v="869" actId="20577"/>
          <ac:spMkLst>
            <pc:docMk/>
            <pc:sldMk cId="1151104623" sldId="268"/>
            <ac:spMk id="2" creationId="{6F17D365-7F7F-DB9D-2F6D-5D837B01CDFA}"/>
          </ac:spMkLst>
        </pc:spChg>
        <pc:spChg chg="del mod">
          <ac:chgData name="Saidamen Mambayao" userId="744fa6c53ac0aede" providerId="LiveId" clId="{14B03AF9-3AF2-4628-9118-68189FD0B05B}" dt="2024-04-28T09:11:14.596" v="675" actId="26606"/>
          <ac:spMkLst>
            <pc:docMk/>
            <pc:sldMk cId="1151104623" sldId="268"/>
            <ac:spMk id="3" creationId="{4EE072A8-42CC-9593-E9ED-14A83C491A0A}"/>
          </ac:spMkLst>
        </pc:spChg>
        <pc:spChg chg="add">
          <ac:chgData name="Saidamen Mambayao" userId="744fa6c53ac0aede" providerId="LiveId" clId="{14B03AF9-3AF2-4628-9118-68189FD0B05B}" dt="2024-04-28T09:11:14.596" v="675" actId="26606"/>
          <ac:spMkLst>
            <pc:docMk/>
            <pc:sldMk cId="1151104623" sldId="268"/>
            <ac:spMk id="9" creationId="{53B021B3-DE93-4AB7-8A18-CF5F1CED88B8}"/>
          </ac:spMkLst>
        </pc:spChg>
        <pc:spChg chg="add">
          <ac:chgData name="Saidamen Mambayao" userId="744fa6c53ac0aede" providerId="LiveId" clId="{14B03AF9-3AF2-4628-9118-68189FD0B05B}" dt="2024-04-28T09:11:14.596" v="675" actId="26606"/>
          <ac:spMkLst>
            <pc:docMk/>
            <pc:sldMk cId="1151104623" sldId="268"/>
            <ac:spMk id="11" creationId="{52D502E5-F6B4-4D58-B4AE-FC466FF15EE8}"/>
          </ac:spMkLst>
        </pc:spChg>
        <pc:spChg chg="add">
          <ac:chgData name="Saidamen Mambayao" userId="744fa6c53ac0aede" providerId="LiveId" clId="{14B03AF9-3AF2-4628-9118-68189FD0B05B}" dt="2024-04-28T09:11:14.596" v="675" actId="26606"/>
          <ac:spMkLst>
            <pc:docMk/>
            <pc:sldMk cId="1151104623" sldId="268"/>
            <ac:spMk id="13" creationId="{9DECDBF4-02B6-4BB4-B65B-B8107AD6A9E8}"/>
          </ac:spMkLst>
        </pc:spChg>
        <pc:graphicFrameChg chg="add mod">
          <ac:chgData name="Saidamen Mambayao" userId="744fa6c53ac0aede" providerId="LiveId" clId="{14B03AF9-3AF2-4628-9118-68189FD0B05B}" dt="2024-04-28T09:14:01.083" v="681" actId="255"/>
          <ac:graphicFrameMkLst>
            <pc:docMk/>
            <pc:sldMk cId="1151104623" sldId="268"/>
            <ac:graphicFrameMk id="5" creationId="{BFFBE22C-F504-9798-A904-DE06AC34B835}"/>
          </ac:graphicFrameMkLst>
        </pc:graphicFrameChg>
      </pc:sldChg>
    </pc:docChg>
  </pc:docChgLst>
  <pc:docChgLst>
    <pc:chgData name="Saidamen Mambayao" userId="744fa6c53ac0aede" providerId="LiveId" clId="{A9CE61E7-BC0E-457D-A926-651C66C99701}"/>
    <pc:docChg chg="undo custSel addSld modSld">
      <pc:chgData name="Saidamen Mambayao" userId="744fa6c53ac0aede" providerId="LiveId" clId="{A9CE61E7-BC0E-457D-A926-651C66C99701}" dt="2024-04-28T10:07:02.079" v="1079" actId="20577"/>
      <pc:docMkLst>
        <pc:docMk/>
      </pc:docMkLst>
      <pc:sldChg chg="addSp delSp modSp mod setBg addAnim delAnim">
        <pc:chgData name="Saidamen Mambayao" userId="744fa6c53ac0aede" providerId="LiveId" clId="{A9CE61E7-BC0E-457D-A926-651C66C99701}" dt="2024-04-28T09:12:40.089" v="877" actId="26606"/>
        <pc:sldMkLst>
          <pc:docMk/>
          <pc:sldMk cId="4168304023" sldId="256"/>
        </pc:sldMkLst>
        <pc:spChg chg="mod">
          <ac:chgData name="Saidamen Mambayao" userId="744fa6c53ac0aede" providerId="LiveId" clId="{A9CE61E7-BC0E-457D-A926-651C66C99701}" dt="2024-04-28T09:12:40.089" v="877" actId="26606"/>
          <ac:spMkLst>
            <pc:docMk/>
            <pc:sldMk cId="4168304023" sldId="256"/>
            <ac:spMk id="2" creationId="{18C6FDF2-2950-239F-2047-C2F30F203CB4}"/>
          </ac:spMkLst>
        </pc:spChg>
        <pc:spChg chg="mod">
          <ac:chgData name="Saidamen Mambayao" userId="744fa6c53ac0aede" providerId="LiveId" clId="{A9CE61E7-BC0E-457D-A926-651C66C99701}" dt="2024-04-28T09:12:40.089" v="877" actId="26606"/>
          <ac:spMkLst>
            <pc:docMk/>
            <pc:sldMk cId="4168304023" sldId="256"/>
            <ac:spMk id="3" creationId="{41B4B52E-F434-75E2-3940-E645FD75B6C1}"/>
          </ac:spMkLst>
        </pc:spChg>
        <pc:spChg chg="add del">
          <ac:chgData name="Saidamen Mambayao" userId="744fa6c53ac0aede" providerId="LiveId" clId="{A9CE61E7-BC0E-457D-A926-651C66C99701}" dt="2024-04-28T09:12:40.083" v="876" actId="26606"/>
          <ac:spMkLst>
            <pc:docMk/>
            <pc:sldMk cId="4168304023" sldId="256"/>
            <ac:spMk id="5" creationId="{9095C1F4-AE7F-44E4-8693-40D3D6831140}"/>
          </ac:spMkLst>
        </pc:spChg>
        <pc:spChg chg="add del">
          <ac:chgData name="Saidamen Mambayao" userId="744fa6c53ac0aede" providerId="LiveId" clId="{A9CE61E7-BC0E-457D-A926-651C66C99701}" dt="2024-04-28T09:12:15.520" v="870" actId="26606"/>
          <ac:spMkLst>
            <pc:docMk/>
            <pc:sldMk cId="4168304023" sldId="256"/>
            <ac:spMk id="8" creationId="{4522B21E-B2B9-4C72-9A71-C87EFD137480}"/>
          </ac:spMkLst>
        </pc:spChg>
        <pc:spChg chg="add del">
          <ac:chgData name="Saidamen Mambayao" userId="744fa6c53ac0aede" providerId="LiveId" clId="{A9CE61E7-BC0E-457D-A926-651C66C99701}" dt="2024-04-28T09:12:40.083" v="876" actId="26606"/>
          <ac:spMkLst>
            <pc:docMk/>
            <pc:sldMk cId="4168304023" sldId="256"/>
            <ac:spMk id="9" creationId="{871AEA07-1E14-44B4-8E55-64EF049CD66F}"/>
          </ac:spMkLst>
        </pc:spChg>
        <pc:spChg chg="add del">
          <ac:chgData name="Saidamen Mambayao" userId="744fa6c53ac0aede" providerId="LiveId" clId="{A9CE61E7-BC0E-457D-A926-651C66C99701}" dt="2024-04-28T09:12:15.520" v="870" actId="26606"/>
          <ac:spMkLst>
            <pc:docMk/>
            <pc:sldMk cId="4168304023" sldId="256"/>
            <ac:spMk id="10" creationId="{5EB7D2A2-F448-44D4-938C-DC84CBCB3B1E}"/>
          </ac:spMkLst>
        </pc:spChg>
        <pc:spChg chg="add del">
          <ac:chgData name="Saidamen Mambayao" userId="744fa6c53ac0aede" providerId="LiveId" clId="{A9CE61E7-BC0E-457D-A926-651C66C99701}" dt="2024-04-28T09:12:15.520" v="870" actId="26606"/>
          <ac:spMkLst>
            <pc:docMk/>
            <pc:sldMk cId="4168304023" sldId="256"/>
            <ac:spMk id="12" creationId="{871AEA07-1E14-44B4-8E55-64EF049CD66F}"/>
          </ac:spMkLst>
        </pc:spChg>
        <pc:spChg chg="add">
          <ac:chgData name="Saidamen Mambayao" userId="744fa6c53ac0aede" providerId="LiveId" clId="{A9CE61E7-BC0E-457D-A926-651C66C99701}" dt="2024-04-28T09:12:40.089" v="877" actId="26606"/>
          <ac:spMkLst>
            <pc:docMk/>
            <pc:sldMk cId="4168304023" sldId="256"/>
            <ac:spMk id="13" creationId="{4522B21E-B2B9-4C72-9A71-C87EFD137480}"/>
          </ac:spMkLst>
        </pc:spChg>
        <pc:spChg chg="add">
          <ac:chgData name="Saidamen Mambayao" userId="744fa6c53ac0aede" providerId="LiveId" clId="{A9CE61E7-BC0E-457D-A926-651C66C99701}" dt="2024-04-28T09:12:40.089" v="877" actId="26606"/>
          <ac:spMkLst>
            <pc:docMk/>
            <pc:sldMk cId="4168304023" sldId="256"/>
            <ac:spMk id="15" creationId="{5EB7D2A2-F448-44D4-938C-DC84CBCB3B1E}"/>
          </ac:spMkLst>
        </pc:spChg>
        <pc:spChg chg="add del">
          <ac:chgData name="Saidamen Mambayao" userId="744fa6c53ac0aede" providerId="LiveId" clId="{A9CE61E7-BC0E-457D-A926-651C66C99701}" dt="2024-04-28T09:12:28.105" v="873" actId="26606"/>
          <ac:spMkLst>
            <pc:docMk/>
            <pc:sldMk cId="4168304023" sldId="256"/>
            <ac:spMk id="16" creationId="{9095C1F4-AE7F-44E4-8693-40D3D6831140}"/>
          </ac:spMkLst>
        </pc:spChg>
        <pc:spChg chg="add">
          <ac:chgData name="Saidamen Mambayao" userId="744fa6c53ac0aede" providerId="LiveId" clId="{A9CE61E7-BC0E-457D-A926-651C66C99701}" dt="2024-04-28T09:12:40.089" v="877" actId="26606"/>
          <ac:spMkLst>
            <pc:docMk/>
            <pc:sldMk cId="4168304023" sldId="256"/>
            <ac:spMk id="18" creationId="{871AEA07-1E14-44B4-8E55-64EF049CD66F}"/>
          </ac:spMkLst>
        </pc:spChg>
        <pc:spChg chg="add del">
          <ac:chgData name="Saidamen Mambayao" userId="744fa6c53ac0aede" providerId="LiveId" clId="{A9CE61E7-BC0E-457D-A926-651C66C99701}" dt="2024-04-28T09:12:28.105" v="873" actId="26606"/>
          <ac:spMkLst>
            <pc:docMk/>
            <pc:sldMk cId="4168304023" sldId="256"/>
            <ac:spMk id="19" creationId="{871AEA07-1E14-44B4-8E55-64EF049CD66F}"/>
          </ac:spMkLst>
        </pc:spChg>
        <pc:grpChg chg="add del">
          <ac:chgData name="Saidamen Mambayao" userId="744fa6c53ac0aede" providerId="LiveId" clId="{A9CE61E7-BC0E-457D-A926-651C66C99701}" dt="2024-04-28T09:12:40.083" v="876" actId="26606"/>
          <ac:grpSpMkLst>
            <pc:docMk/>
            <pc:sldMk cId="4168304023" sldId="256"/>
            <ac:grpSpMk id="6" creationId="{8734DDD3-F723-4DD3-8ABE-EC0B2AC87D74}"/>
          </ac:grpSpMkLst>
        </pc:grpChg>
        <pc:grpChg chg="add del">
          <ac:chgData name="Saidamen Mambayao" userId="744fa6c53ac0aede" providerId="LiveId" clId="{A9CE61E7-BC0E-457D-A926-651C66C99701}" dt="2024-04-28T09:12:28.105" v="873" actId="26606"/>
          <ac:grpSpMkLst>
            <pc:docMk/>
            <pc:sldMk cId="4168304023" sldId="256"/>
            <ac:grpSpMk id="17" creationId="{8734DDD3-F723-4DD3-8ABE-EC0B2AC87D74}"/>
          </ac:grpSpMkLst>
        </pc:grpChg>
        <pc:cxnChg chg="add del">
          <ac:chgData name="Saidamen Mambayao" userId="744fa6c53ac0aede" providerId="LiveId" clId="{A9CE61E7-BC0E-457D-A926-651C66C99701}" dt="2024-04-28T09:12:15.520" v="870" actId="26606"/>
          <ac:cxnSpMkLst>
            <pc:docMk/>
            <pc:sldMk cId="4168304023" sldId="256"/>
            <ac:cxnSpMk id="14" creationId="{F7C8EA93-3210-4C62-99E9-153C275E3A87}"/>
          </ac:cxnSpMkLst>
        </pc:cxnChg>
        <pc:cxnChg chg="add">
          <ac:chgData name="Saidamen Mambayao" userId="744fa6c53ac0aede" providerId="LiveId" clId="{A9CE61E7-BC0E-457D-A926-651C66C99701}" dt="2024-04-28T09:12:40.089" v="877" actId="26606"/>
          <ac:cxnSpMkLst>
            <pc:docMk/>
            <pc:sldMk cId="4168304023" sldId="256"/>
            <ac:cxnSpMk id="20" creationId="{F7C8EA93-3210-4C62-99E9-153C275E3A87}"/>
          </ac:cxnSpMkLst>
        </pc:cxnChg>
      </pc:sldChg>
      <pc:sldChg chg="modSp">
        <pc:chgData name="Saidamen Mambayao" userId="744fa6c53ac0aede" providerId="LiveId" clId="{A9CE61E7-BC0E-457D-A926-651C66C99701}" dt="2024-04-28T03:32:42.632" v="634"/>
        <pc:sldMkLst>
          <pc:docMk/>
          <pc:sldMk cId="1572460965" sldId="257"/>
        </pc:sldMkLst>
        <pc:graphicFrameChg chg="mod">
          <ac:chgData name="Saidamen Mambayao" userId="744fa6c53ac0aede" providerId="LiveId" clId="{A9CE61E7-BC0E-457D-A926-651C66C99701}" dt="2024-04-28T03:32:42.632" v="634"/>
          <ac:graphicFrameMkLst>
            <pc:docMk/>
            <pc:sldMk cId="1572460965" sldId="257"/>
            <ac:graphicFrameMk id="5" creationId="{D95E6203-935C-021F-C8A2-E861DB02BAD3}"/>
          </ac:graphicFrameMkLst>
        </pc:graphicFrameChg>
      </pc:sldChg>
      <pc:sldChg chg="modSp mod">
        <pc:chgData name="Saidamen Mambayao" userId="744fa6c53ac0aede" providerId="LiveId" clId="{A9CE61E7-BC0E-457D-A926-651C66C99701}" dt="2024-04-28T08:12:56.455" v="855" actId="20577"/>
        <pc:sldMkLst>
          <pc:docMk/>
          <pc:sldMk cId="807325348" sldId="258"/>
        </pc:sldMkLst>
        <pc:spChg chg="mod">
          <ac:chgData name="Saidamen Mambayao" userId="744fa6c53ac0aede" providerId="LiveId" clId="{A9CE61E7-BC0E-457D-A926-651C66C99701}" dt="2024-04-28T08:12:56.455" v="855" actId="20577"/>
          <ac:spMkLst>
            <pc:docMk/>
            <pc:sldMk cId="807325348" sldId="258"/>
            <ac:spMk id="3" creationId="{C8D2E228-25EE-17DB-2B54-2AA2D9E04EC8}"/>
          </ac:spMkLst>
        </pc:spChg>
      </pc:sldChg>
      <pc:sldChg chg="addSp delSp modSp mod">
        <pc:chgData name="Saidamen Mambayao" userId="744fa6c53ac0aede" providerId="LiveId" clId="{A9CE61E7-BC0E-457D-A926-651C66C99701}" dt="2024-04-28T08:51:29.652" v="866" actId="26606"/>
        <pc:sldMkLst>
          <pc:docMk/>
          <pc:sldMk cId="2845566615" sldId="262"/>
        </pc:sldMkLst>
        <pc:spChg chg="mod">
          <ac:chgData name="Saidamen Mambayao" userId="744fa6c53ac0aede" providerId="LiveId" clId="{A9CE61E7-BC0E-457D-A926-651C66C99701}" dt="2024-04-28T08:51:29.652" v="866" actId="26606"/>
          <ac:spMkLst>
            <pc:docMk/>
            <pc:sldMk cId="2845566615" sldId="262"/>
            <ac:spMk id="2" creationId="{5D53EB2B-8AA5-BB5C-E3DB-ADBDAF996E0B}"/>
          </ac:spMkLst>
        </pc:spChg>
        <pc:spChg chg="add del">
          <ac:chgData name="Saidamen Mambayao" userId="744fa6c53ac0aede" providerId="LiveId" clId="{A9CE61E7-BC0E-457D-A926-651C66C99701}" dt="2024-04-28T08:50:59.804" v="865" actId="26606"/>
          <ac:spMkLst>
            <pc:docMk/>
            <pc:sldMk cId="2845566615" sldId="262"/>
            <ac:spMk id="35" creationId="{81D377EB-C9D2-4ED0-86A6-740A297E3EAC}"/>
          </ac:spMkLst>
        </pc:spChg>
        <pc:spChg chg="add del">
          <ac:chgData name="Saidamen Mambayao" userId="744fa6c53ac0aede" providerId="LiveId" clId="{A9CE61E7-BC0E-457D-A926-651C66C99701}" dt="2024-04-28T08:50:59.804" v="865" actId="26606"/>
          <ac:spMkLst>
            <pc:docMk/>
            <pc:sldMk cId="2845566615" sldId="262"/>
            <ac:spMk id="37" creationId="{066346BE-FDB4-4772-A696-0719490ABD64}"/>
          </ac:spMkLst>
        </pc:spChg>
        <pc:spChg chg="add del">
          <ac:chgData name="Saidamen Mambayao" userId="744fa6c53ac0aede" providerId="LiveId" clId="{A9CE61E7-BC0E-457D-A926-651C66C99701}" dt="2024-04-28T08:50:59.804" v="865" actId="26606"/>
          <ac:spMkLst>
            <pc:docMk/>
            <pc:sldMk cId="2845566615" sldId="262"/>
            <ac:spMk id="39" creationId="{FB92FFCE-0C90-454E-AA25-D4EE9A6C39C5}"/>
          </ac:spMkLst>
        </pc:spChg>
        <pc:spChg chg="add del">
          <ac:chgData name="Saidamen Mambayao" userId="744fa6c53ac0aede" providerId="LiveId" clId="{A9CE61E7-BC0E-457D-A926-651C66C99701}" dt="2024-04-28T08:50:47.825" v="862" actId="26606"/>
          <ac:spMkLst>
            <pc:docMk/>
            <pc:sldMk cId="2845566615" sldId="262"/>
            <ac:spMk id="44" creationId="{955A2079-FA98-4876-80F0-72364A7D2EA4}"/>
          </ac:spMkLst>
        </pc:spChg>
        <pc:spChg chg="add del">
          <ac:chgData name="Saidamen Mambayao" userId="744fa6c53ac0aede" providerId="LiveId" clId="{A9CE61E7-BC0E-457D-A926-651C66C99701}" dt="2024-04-28T08:50:59.741" v="864" actId="26606"/>
          <ac:spMkLst>
            <pc:docMk/>
            <pc:sldMk cId="2845566615" sldId="262"/>
            <ac:spMk id="46" creationId="{81D377EB-C9D2-4ED0-86A6-740A297E3EAC}"/>
          </ac:spMkLst>
        </pc:spChg>
        <pc:spChg chg="add del">
          <ac:chgData name="Saidamen Mambayao" userId="744fa6c53ac0aede" providerId="LiveId" clId="{A9CE61E7-BC0E-457D-A926-651C66C99701}" dt="2024-04-28T08:50:59.741" v="864" actId="26606"/>
          <ac:spMkLst>
            <pc:docMk/>
            <pc:sldMk cId="2845566615" sldId="262"/>
            <ac:spMk id="47" creationId="{066346BE-FDB4-4772-A696-0719490ABD64}"/>
          </ac:spMkLst>
        </pc:spChg>
        <pc:spChg chg="add del">
          <ac:chgData name="Saidamen Mambayao" userId="744fa6c53ac0aede" providerId="LiveId" clId="{A9CE61E7-BC0E-457D-A926-651C66C99701}" dt="2024-04-28T08:50:59.741" v="864" actId="26606"/>
          <ac:spMkLst>
            <pc:docMk/>
            <pc:sldMk cId="2845566615" sldId="262"/>
            <ac:spMk id="48" creationId="{FB92FFCE-0C90-454E-AA25-D4EE9A6C39C5}"/>
          </ac:spMkLst>
        </pc:spChg>
        <pc:spChg chg="add del">
          <ac:chgData name="Saidamen Mambayao" userId="744fa6c53ac0aede" providerId="LiveId" clId="{A9CE61E7-BC0E-457D-A926-651C66C99701}" dt="2024-04-28T08:51:29.652" v="866" actId="26606"/>
          <ac:spMkLst>
            <pc:docMk/>
            <pc:sldMk cId="2845566615" sldId="262"/>
            <ac:spMk id="50" creationId="{81D377EB-C9D2-4ED0-86A6-740A297E3EAC}"/>
          </ac:spMkLst>
        </pc:spChg>
        <pc:spChg chg="add del">
          <ac:chgData name="Saidamen Mambayao" userId="744fa6c53ac0aede" providerId="LiveId" clId="{A9CE61E7-BC0E-457D-A926-651C66C99701}" dt="2024-04-28T08:51:29.652" v="866" actId="26606"/>
          <ac:spMkLst>
            <pc:docMk/>
            <pc:sldMk cId="2845566615" sldId="262"/>
            <ac:spMk id="51" creationId="{066346BE-FDB4-4772-A696-0719490ABD64}"/>
          </ac:spMkLst>
        </pc:spChg>
        <pc:spChg chg="add del">
          <ac:chgData name="Saidamen Mambayao" userId="744fa6c53ac0aede" providerId="LiveId" clId="{A9CE61E7-BC0E-457D-A926-651C66C99701}" dt="2024-04-28T08:51:29.652" v="866" actId="26606"/>
          <ac:spMkLst>
            <pc:docMk/>
            <pc:sldMk cId="2845566615" sldId="262"/>
            <ac:spMk id="52" creationId="{FB92FFCE-0C90-454E-AA25-D4EE9A6C39C5}"/>
          </ac:spMkLst>
        </pc:spChg>
        <pc:spChg chg="add">
          <ac:chgData name="Saidamen Mambayao" userId="744fa6c53ac0aede" providerId="LiveId" clId="{A9CE61E7-BC0E-457D-A926-651C66C99701}" dt="2024-04-28T08:51:29.652" v="866" actId="26606"/>
          <ac:spMkLst>
            <pc:docMk/>
            <pc:sldMk cId="2845566615" sldId="262"/>
            <ac:spMk id="57" creationId="{53B021B3-DE93-4AB7-8A18-CF5F1CED88B8}"/>
          </ac:spMkLst>
        </pc:spChg>
        <pc:spChg chg="add">
          <ac:chgData name="Saidamen Mambayao" userId="744fa6c53ac0aede" providerId="LiveId" clId="{A9CE61E7-BC0E-457D-A926-651C66C99701}" dt="2024-04-28T08:51:29.652" v="866" actId="26606"/>
          <ac:spMkLst>
            <pc:docMk/>
            <pc:sldMk cId="2845566615" sldId="262"/>
            <ac:spMk id="59" creationId="{52D502E5-F6B4-4D58-B4AE-FC466FF15EE8}"/>
          </ac:spMkLst>
        </pc:spChg>
        <pc:spChg chg="add">
          <ac:chgData name="Saidamen Mambayao" userId="744fa6c53ac0aede" providerId="LiveId" clId="{A9CE61E7-BC0E-457D-A926-651C66C99701}" dt="2024-04-28T08:51:29.652" v="866" actId="26606"/>
          <ac:spMkLst>
            <pc:docMk/>
            <pc:sldMk cId="2845566615" sldId="262"/>
            <ac:spMk id="61" creationId="{9DECDBF4-02B6-4BB4-B65B-B8107AD6A9E8}"/>
          </ac:spMkLst>
        </pc:spChg>
        <pc:graphicFrameChg chg="mod modGraphic">
          <ac:chgData name="Saidamen Mambayao" userId="744fa6c53ac0aede" providerId="LiveId" clId="{A9CE61E7-BC0E-457D-A926-651C66C99701}" dt="2024-04-28T08:51:29.652" v="866" actId="26606"/>
          <ac:graphicFrameMkLst>
            <pc:docMk/>
            <pc:sldMk cId="2845566615" sldId="262"/>
            <ac:graphicFrameMk id="31" creationId="{9ABC6295-1D56-635E-FB28-BEEEC172A0D4}"/>
          </ac:graphicFrameMkLst>
        </pc:graphicFrameChg>
      </pc:sldChg>
      <pc:sldChg chg="addSp delSp modSp mod">
        <pc:chgData name="Saidamen Mambayao" userId="744fa6c53ac0aede" providerId="LiveId" clId="{A9CE61E7-BC0E-457D-A926-651C66C99701}" dt="2024-04-28T09:09:37.940" v="868" actId="26606"/>
        <pc:sldMkLst>
          <pc:docMk/>
          <pc:sldMk cId="3427781499" sldId="263"/>
        </pc:sldMkLst>
        <pc:spChg chg="mod">
          <ac:chgData name="Saidamen Mambayao" userId="744fa6c53ac0aede" providerId="LiveId" clId="{A9CE61E7-BC0E-457D-A926-651C66C99701}" dt="2024-04-28T09:09:37.940" v="868" actId="26606"/>
          <ac:spMkLst>
            <pc:docMk/>
            <pc:sldMk cId="3427781499" sldId="263"/>
            <ac:spMk id="2" creationId="{841CB99F-9207-4B2A-CB5C-74F15D8D588F}"/>
          </ac:spMkLst>
        </pc:spChg>
        <pc:spChg chg="add del">
          <ac:chgData name="Saidamen Mambayao" userId="744fa6c53ac0aede" providerId="LiveId" clId="{A9CE61E7-BC0E-457D-A926-651C66C99701}" dt="2024-04-28T09:09:37.940" v="868" actId="26606"/>
          <ac:spMkLst>
            <pc:docMk/>
            <pc:sldMk cId="3427781499" sldId="263"/>
            <ac:spMk id="15" creationId="{81D377EB-C9D2-4ED0-86A6-740A297E3EAC}"/>
          </ac:spMkLst>
        </pc:spChg>
        <pc:spChg chg="add del">
          <ac:chgData name="Saidamen Mambayao" userId="744fa6c53ac0aede" providerId="LiveId" clId="{A9CE61E7-BC0E-457D-A926-651C66C99701}" dt="2024-04-28T09:09:37.940" v="868" actId="26606"/>
          <ac:spMkLst>
            <pc:docMk/>
            <pc:sldMk cId="3427781499" sldId="263"/>
            <ac:spMk id="17" creationId="{066346BE-FDB4-4772-A696-0719490ABD64}"/>
          </ac:spMkLst>
        </pc:spChg>
        <pc:spChg chg="add del">
          <ac:chgData name="Saidamen Mambayao" userId="744fa6c53ac0aede" providerId="LiveId" clId="{A9CE61E7-BC0E-457D-A926-651C66C99701}" dt="2024-04-28T09:09:37.940" v="868" actId="26606"/>
          <ac:spMkLst>
            <pc:docMk/>
            <pc:sldMk cId="3427781499" sldId="263"/>
            <ac:spMk id="19" creationId="{FB92FFCE-0C90-454E-AA25-D4EE9A6C39C5}"/>
          </ac:spMkLst>
        </pc:spChg>
        <pc:spChg chg="add del">
          <ac:chgData name="Saidamen Mambayao" userId="744fa6c53ac0aede" providerId="LiveId" clId="{A9CE61E7-BC0E-457D-A926-651C66C99701}" dt="2024-04-28T09:09:37.940" v="868" actId="26606"/>
          <ac:spMkLst>
            <pc:docMk/>
            <pc:sldMk cId="3427781499" sldId="263"/>
            <ac:spMk id="24" creationId="{6C4028FD-8BAA-4A19-BFDE-594D991B7552}"/>
          </ac:spMkLst>
        </pc:spChg>
        <pc:graphicFrameChg chg="mod modGraphic">
          <ac:chgData name="Saidamen Mambayao" userId="744fa6c53ac0aede" providerId="LiveId" clId="{A9CE61E7-BC0E-457D-A926-651C66C99701}" dt="2024-04-28T09:09:37.940" v="868" actId="26606"/>
          <ac:graphicFrameMkLst>
            <pc:docMk/>
            <pc:sldMk cId="3427781499" sldId="263"/>
            <ac:graphicFrameMk id="5" creationId="{0482DCD6-24D6-1B6A-4646-82BD4F5C97E4}"/>
          </ac:graphicFrameMkLst>
        </pc:graphicFrameChg>
      </pc:sldChg>
      <pc:sldChg chg="modSp new mod">
        <pc:chgData name="Saidamen Mambayao" userId="744fa6c53ac0aede" providerId="LiveId" clId="{A9CE61E7-BC0E-457D-A926-651C66C99701}" dt="2024-04-28T10:07:02.079" v="1079" actId="20577"/>
        <pc:sldMkLst>
          <pc:docMk/>
          <pc:sldMk cId="2614262854" sldId="269"/>
        </pc:sldMkLst>
        <pc:spChg chg="mod">
          <ac:chgData name="Saidamen Mambayao" userId="744fa6c53ac0aede" providerId="LiveId" clId="{A9CE61E7-BC0E-457D-A926-651C66C99701}" dt="2024-04-28T10:04:22.403" v="917" actId="20577"/>
          <ac:spMkLst>
            <pc:docMk/>
            <pc:sldMk cId="2614262854" sldId="269"/>
            <ac:spMk id="2" creationId="{1DAC8242-FBD7-AA01-C09C-59BF50D93C0B}"/>
          </ac:spMkLst>
        </pc:spChg>
        <pc:spChg chg="mod">
          <ac:chgData name="Saidamen Mambayao" userId="744fa6c53ac0aede" providerId="LiveId" clId="{A9CE61E7-BC0E-457D-A926-651C66C99701}" dt="2024-04-28T10:07:02.079" v="1079" actId="20577"/>
          <ac:spMkLst>
            <pc:docMk/>
            <pc:sldMk cId="2614262854" sldId="269"/>
            <ac:spMk id="3" creationId="{4E0E10DF-502A-5FCC-3AEF-2A257C53D0EB}"/>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19.png"/><Relationship Id="rId7" Type="http://schemas.openxmlformats.org/officeDocument/2006/relationships/image" Target="../media/image39.png"/><Relationship Id="rId2" Type="http://schemas.openxmlformats.org/officeDocument/2006/relationships/image" Target="../media/image35.svg"/><Relationship Id="rId1" Type="http://schemas.openxmlformats.org/officeDocument/2006/relationships/image" Target="../media/image2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ata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ata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7.png"/><Relationship Id="rId7" Type="http://schemas.openxmlformats.org/officeDocument/2006/relationships/image" Target="../media/image57.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ata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3.png"/><Relationship Id="rId7" Type="http://schemas.openxmlformats.org/officeDocument/2006/relationships/image" Target="../media/image3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diagrams/_rels/data8.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23.png"/><Relationship Id="rId7" Type="http://schemas.openxmlformats.org/officeDocument/2006/relationships/image" Target="../media/image73.pn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2.sv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35.svg"/><Relationship Id="rId9" Type="http://schemas.openxmlformats.org/officeDocument/2006/relationships/image" Target="../media/image7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rawing4.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19.png"/><Relationship Id="rId7" Type="http://schemas.openxmlformats.org/officeDocument/2006/relationships/image" Target="../media/image39.png"/><Relationship Id="rId2" Type="http://schemas.openxmlformats.org/officeDocument/2006/relationships/image" Target="../media/image35.svg"/><Relationship Id="rId1" Type="http://schemas.openxmlformats.org/officeDocument/2006/relationships/image" Target="../media/image23.png"/><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diagrams/_rels/drawing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1.png"/><Relationship Id="rId7" Type="http://schemas.openxmlformats.org/officeDocument/2006/relationships/image" Target="../media/image48.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7.png"/><Relationship Id="rId7" Type="http://schemas.openxmlformats.org/officeDocument/2006/relationships/image" Target="../media/image57.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3.png"/><Relationship Id="rId7" Type="http://schemas.openxmlformats.org/officeDocument/2006/relationships/image" Target="../media/image3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10" Type="http://schemas.openxmlformats.org/officeDocument/2006/relationships/image" Target="../media/image68.svg"/><Relationship Id="rId4" Type="http://schemas.openxmlformats.org/officeDocument/2006/relationships/image" Target="../media/image64.svg"/><Relationship Id="rId9" Type="http://schemas.openxmlformats.org/officeDocument/2006/relationships/image" Target="../media/image67.png"/></Relationships>
</file>

<file path=ppt/diagrams/_rels/drawing8.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23.png"/><Relationship Id="rId7" Type="http://schemas.openxmlformats.org/officeDocument/2006/relationships/image" Target="../media/image73.pn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2.svg"/><Relationship Id="rId5" Type="http://schemas.openxmlformats.org/officeDocument/2006/relationships/image" Target="../media/image71.png"/><Relationship Id="rId10" Type="http://schemas.openxmlformats.org/officeDocument/2006/relationships/image" Target="../media/image76.svg"/><Relationship Id="rId4" Type="http://schemas.openxmlformats.org/officeDocument/2006/relationships/image" Target="../media/image35.svg"/><Relationship Id="rId9" Type="http://schemas.openxmlformats.org/officeDocument/2006/relationships/image" Target="../media/image7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0F29210-69D4-459F-9192-FC91019ADAA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B9185FD-EACB-41C4-A692-A9B9C669707E}">
      <dgm:prSet custT="1"/>
      <dgm:spPr/>
      <dgm:t>
        <a:bodyPr/>
        <a:lstStyle/>
        <a:p>
          <a:pPr>
            <a:lnSpc>
              <a:spcPct val="100000"/>
            </a:lnSpc>
          </a:pPr>
          <a:r>
            <a:rPr lang="en-US" sz="2000" b="1" dirty="0"/>
            <a:t>Step 1. Analyze the Context </a:t>
          </a:r>
        </a:p>
      </dgm:t>
    </dgm:pt>
    <dgm:pt modelId="{F07D7E79-CDF6-4E6F-B623-2435CD45E6FB}" type="parTrans" cxnId="{A2165147-AB79-4FE8-B392-D32C202B7FD1}">
      <dgm:prSet/>
      <dgm:spPr/>
      <dgm:t>
        <a:bodyPr/>
        <a:lstStyle/>
        <a:p>
          <a:endParaRPr lang="en-US" sz="2000" b="1"/>
        </a:p>
      </dgm:t>
    </dgm:pt>
    <dgm:pt modelId="{CFA042CB-784F-4283-90A8-94C7B0520B04}" type="sibTrans" cxnId="{A2165147-AB79-4FE8-B392-D32C202B7FD1}">
      <dgm:prSet/>
      <dgm:spPr/>
      <dgm:t>
        <a:bodyPr/>
        <a:lstStyle/>
        <a:p>
          <a:endParaRPr lang="en-US" sz="2000" b="1"/>
        </a:p>
      </dgm:t>
    </dgm:pt>
    <dgm:pt modelId="{43F766E9-3805-4283-A673-2D87ED9E03E8}">
      <dgm:prSet custT="1"/>
      <dgm:spPr/>
      <dgm:t>
        <a:bodyPr/>
        <a:lstStyle/>
        <a:p>
          <a:pPr>
            <a:lnSpc>
              <a:spcPct val="100000"/>
            </a:lnSpc>
          </a:pPr>
          <a:r>
            <a:rPr lang="en-US" sz="2000" b="1" dirty="0"/>
            <a:t>Step 2. Define and Deliberate the Problem or Need</a:t>
          </a:r>
        </a:p>
      </dgm:t>
    </dgm:pt>
    <dgm:pt modelId="{51AC2B57-53D9-4238-BF75-87671DED69FA}" type="parTrans" cxnId="{371B204A-0144-4109-AADF-FC02BBF6FA2F}">
      <dgm:prSet/>
      <dgm:spPr/>
      <dgm:t>
        <a:bodyPr/>
        <a:lstStyle/>
        <a:p>
          <a:endParaRPr lang="en-US" sz="2000" b="1"/>
        </a:p>
      </dgm:t>
    </dgm:pt>
    <dgm:pt modelId="{0C9EF90B-B176-4771-AD4E-59D0A3FC6728}" type="sibTrans" cxnId="{371B204A-0144-4109-AADF-FC02BBF6FA2F}">
      <dgm:prSet/>
      <dgm:spPr/>
      <dgm:t>
        <a:bodyPr/>
        <a:lstStyle/>
        <a:p>
          <a:endParaRPr lang="en-US" sz="2000" b="1"/>
        </a:p>
      </dgm:t>
    </dgm:pt>
    <dgm:pt modelId="{5FA4287D-13C6-412A-8175-04B5F8ED2D91}">
      <dgm:prSet custT="1"/>
      <dgm:spPr/>
      <dgm:t>
        <a:bodyPr/>
        <a:lstStyle/>
        <a:p>
          <a:pPr>
            <a:lnSpc>
              <a:spcPct val="100000"/>
            </a:lnSpc>
          </a:pPr>
          <a:r>
            <a:rPr lang="en-US" sz="2000" b="1" dirty="0"/>
            <a:t>Step 3. Research Needed Information</a:t>
          </a:r>
        </a:p>
      </dgm:t>
    </dgm:pt>
    <dgm:pt modelId="{177BA5D6-9866-44A4-A0F8-8A68292BCC61}" type="parTrans" cxnId="{41D3E2CA-90F6-4C4C-8931-5B6D30D7468A}">
      <dgm:prSet/>
      <dgm:spPr/>
      <dgm:t>
        <a:bodyPr/>
        <a:lstStyle/>
        <a:p>
          <a:endParaRPr lang="en-US" sz="2000" b="1"/>
        </a:p>
      </dgm:t>
    </dgm:pt>
    <dgm:pt modelId="{A0C7F5F6-CD71-42B1-8712-D379318F1097}" type="sibTrans" cxnId="{41D3E2CA-90F6-4C4C-8931-5B6D30D7468A}">
      <dgm:prSet/>
      <dgm:spPr/>
      <dgm:t>
        <a:bodyPr/>
        <a:lstStyle/>
        <a:p>
          <a:endParaRPr lang="en-US" sz="2000" b="1"/>
        </a:p>
      </dgm:t>
    </dgm:pt>
    <dgm:pt modelId="{60C678AB-6C6B-4555-B2BC-C4F9D9B132E7}">
      <dgm:prSet custT="1"/>
      <dgm:spPr/>
      <dgm:t>
        <a:bodyPr/>
        <a:lstStyle/>
        <a:p>
          <a:pPr>
            <a:lnSpc>
              <a:spcPct val="100000"/>
            </a:lnSpc>
          </a:pPr>
          <a:r>
            <a:rPr lang="en-US" sz="2000" b="1" dirty="0"/>
            <a:t>Step 4. Explore Options</a:t>
          </a:r>
        </a:p>
      </dgm:t>
    </dgm:pt>
    <dgm:pt modelId="{3BE18116-A2F1-4532-8DD5-52398E1EFD1A}" type="parTrans" cxnId="{4670CCEB-5560-4846-9F9E-80FB89D02355}">
      <dgm:prSet/>
      <dgm:spPr/>
      <dgm:t>
        <a:bodyPr/>
        <a:lstStyle/>
        <a:p>
          <a:endParaRPr lang="en-US" sz="2000" b="1"/>
        </a:p>
      </dgm:t>
    </dgm:pt>
    <dgm:pt modelId="{7C70020F-57E6-4325-9736-111D137F7241}" type="sibTrans" cxnId="{4670CCEB-5560-4846-9F9E-80FB89D02355}">
      <dgm:prSet/>
      <dgm:spPr/>
      <dgm:t>
        <a:bodyPr/>
        <a:lstStyle/>
        <a:p>
          <a:endParaRPr lang="en-US" sz="2000" b="1"/>
        </a:p>
      </dgm:t>
    </dgm:pt>
    <dgm:pt modelId="{9529822E-9253-4773-9C4A-493DB9E6E91B}">
      <dgm:prSet custT="1"/>
      <dgm:spPr/>
      <dgm:t>
        <a:bodyPr/>
        <a:lstStyle/>
        <a:p>
          <a:pPr>
            <a:lnSpc>
              <a:spcPct val="100000"/>
            </a:lnSpc>
          </a:pPr>
          <a:r>
            <a:rPr lang="en-US" sz="2000" b="1" dirty="0"/>
            <a:t>Step 5. Submit Proposal or Report</a:t>
          </a:r>
        </a:p>
      </dgm:t>
    </dgm:pt>
    <dgm:pt modelId="{CE01C14C-6727-4E0F-B2FA-C4424FDD5DBA}" type="parTrans" cxnId="{A837D496-04FF-41DE-939F-701D0E602B09}">
      <dgm:prSet/>
      <dgm:spPr/>
      <dgm:t>
        <a:bodyPr/>
        <a:lstStyle/>
        <a:p>
          <a:endParaRPr lang="en-US" sz="2000" b="1"/>
        </a:p>
      </dgm:t>
    </dgm:pt>
    <dgm:pt modelId="{B9724E8C-2C20-40F2-9692-4FCAFF6A60EA}" type="sibTrans" cxnId="{A837D496-04FF-41DE-939F-701D0E602B09}">
      <dgm:prSet/>
      <dgm:spPr/>
      <dgm:t>
        <a:bodyPr/>
        <a:lstStyle/>
        <a:p>
          <a:endParaRPr lang="en-US" sz="2000" b="1"/>
        </a:p>
      </dgm:t>
    </dgm:pt>
    <dgm:pt modelId="{915D7418-A671-4F92-91ED-66AC04134D57}">
      <dgm:prSet custT="1"/>
      <dgm:spPr/>
      <dgm:t>
        <a:bodyPr/>
        <a:lstStyle/>
        <a:p>
          <a:pPr>
            <a:lnSpc>
              <a:spcPct val="100000"/>
            </a:lnSpc>
          </a:pPr>
          <a:r>
            <a:rPr lang="en-US" sz="2000" b="1" dirty="0"/>
            <a:t>Step 6. Sustain Efforts to Implement the Solution</a:t>
          </a:r>
        </a:p>
      </dgm:t>
    </dgm:pt>
    <dgm:pt modelId="{ADDF2C08-805D-457B-811D-51035ECFA937}" type="parTrans" cxnId="{932C94FA-62E9-4F1A-A67D-AB11B446BB8D}">
      <dgm:prSet/>
      <dgm:spPr/>
      <dgm:t>
        <a:bodyPr/>
        <a:lstStyle/>
        <a:p>
          <a:endParaRPr lang="en-US" sz="2000" b="1"/>
        </a:p>
      </dgm:t>
    </dgm:pt>
    <dgm:pt modelId="{9370F50E-10FE-4B99-83CA-527220919D6C}" type="sibTrans" cxnId="{932C94FA-62E9-4F1A-A67D-AB11B446BB8D}">
      <dgm:prSet/>
      <dgm:spPr/>
      <dgm:t>
        <a:bodyPr/>
        <a:lstStyle/>
        <a:p>
          <a:endParaRPr lang="en-US" sz="2000" b="1"/>
        </a:p>
      </dgm:t>
    </dgm:pt>
    <dgm:pt modelId="{396CD7D1-D8BB-4773-9A3A-292221EA831C}">
      <dgm:prSet custT="1"/>
      <dgm:spPr/>
      <dgm:t>
        <a:bodyPr/>
        <a:lstStyle/>
        <a:p>
          <a:pPr>
            <a:lnSpc>
              <a:spcPct val="100000"/>
            </a:lnSpc>
          </a:pPr>
          <a:r>
            <a:rPr lang="en-US" sz="2000" b="1" dirty="0"/>
            <a:t>Step 7. Iterate and Improve the Solution</a:t>
          </a:r>
        </a:p>
      </dgm:t>
    </dgm:pt>
    <dgm:pt modelId="{2568E4BD-4E25-4322-B1E0-6E9AA1C84134}" type="parTrans" cxnId="{08B0927A-A875-4892-9ABD-1D3331B2D0C7}">
      <dgm:prSet/>
      <dgm:spPr/>
      <dgm:t>
        <a:bodyPr/>
        <a:lstStyle/>
        <a:p>
          <a:endParaRPr lang="en-US" sz="2000" b="1"/>
        </a:p>
      </dgm:t>
    </dgm:pt>
    <dgm:pt modelId="{EB4A9753-5987-49DB-BFAB-DE03D0B651FD}" type="sibTrans" cxnId="{08B0927A-A875-4892-9ABD-1D3331B2D0C7}">
      <dgm:prSet/>
      <dgm:spPr/>
      <dgm:t>
        <a:bodyPr/>
        <a:lstStyle/>
        <a:p>
          <a:endParaRPr lang="en-US" sz="2000" b="1"/>
        </a:p>
      </dgm:t>
    </dgm:pt>
    <dgm:pt modelId="{DCA17D54-DC64-417A-A0C2-19A78844D55C}" type="pres">
      <dgm:prSet presAssocID="{20F29210-69D4-459F-9192-FC91019ADAAA}" presName="root" presStyleCnt="0">
        <dgm:presLayoutVars>
          <dgm:dir/>
          <dgm:resizeHandles val="exact"/>
        </dgm:presLayoutVars>
      </dgm:prSet>
      <dgm:spPr/>
    </dgm:pt>
    <dgm:pt modelId="{069EA168-16AB-4926-ACFA-6E46FFD192CC}" type="pres">
      <dgm:prSet presAssocID="{7B9185FD-EACB-41C4-A692-A9B9C669707E}" presName="compNode" presStyleCnt="0"/>
      <dgm:spPr/>
    </dgm:pt>
    <dgm:pt modelId="{FC08DBFA-DF7B-4802-801A-30D57F22593B}" type="pres">
      <dgm:prSet presAssocID="{7B9185FD-EACB-41C4-A692-A9B9C669707E}"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444C93C6-47DD-4909-8AC3-AC9A55536D8C}" type="pres">
      <dgm:prSet presAssocID="{7B9185FD-EACB-41C4-A692-A9B9C669707E}" presName="spaceRect" presStyleCnt="0"/>
      <dgm:spPr/>
    </dgm:pt>
    <dgm:pt modelId="{CD0E7B7E-3CBB-4D1E-B990-88B0E51B1581}" type="pres">
      <dgm:prSet presAssocID="{7B9185FD-EACB-41C4-A692-A9B9C669707E}" presName="textRect" presStyleLbl="revTx" presStyleIdx="0" presStyleCnt="7">
        <dgm:presLayoutVars>
          <dgm:chMax val="1"/>
          <dgm:chPref val="1"/>
        </dgm:presLayoutVars>
      </dgm:prSet>
      <dgm:spPr/>
    </dgm:pt>
    <dgm:pt modelId="{7BC71351-E3E0-43B9-8E64-9E2CFE137865}" type="pres">
      <dgm:prSet presAssocID="{CFA042CB-784F-4283-90A8-94C7B0520B04}" presName="sibTrans" presStyleCnt="0"/>
      <dgm:spPr/>
    </dgm:pt>
    <dgm:pt modelId="{18259017-2424-4132-861B-473DE1B6D3A4}" type="pres">
      <dgm:prSet presAssocID="{43F766E9-3805-4283-A673-2D87ED9E03E8}" presName="compNode" presStyleCnt="0"/>
      <dgm:spPr/>
    </dgm:pt>
    <dgm:pt modelId="{3FA4C41A-A78E-43CC-93FF-9721B33B64D4}" type="pres">
      <dgm:prSet presAssocID="{43F766E9-3805-4283-A673-2D87ED9E03E8}"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4F9C8321-C5EE-44B6-9625-8818F174E79D}" type="pres">
      <dgm:prSet presAssocID="{43F766E9-3805-4283-A673-2D87ED9E03E8}" presName="spaceRect" presStyleCnt="0"/>
      <dgm:spPr/>
    </dgm:pt>
    <dgm:pt modelId="{6061B166-81B7-42B0-B14F-B65C4B499B2F}" type="pres">
      <dgm:prSet presAssocID="{43F766E9-3805-4283-A673-2D87ED9E03E8}" presName="textRect" presStyleLbl="revTx" presStyleIdx="1" presStyleCnt="7">
        <dgm:presLayoutVars>
          <dgm:chMax val="1"/>
          <dgm:chPref val="1"/>
        </dgm:presLayoutVars>
      </dgm:prSet>
      <dgm:spPr/>
    </dgm:pt>
    <dgm:pt modelId="{CDFFF99A-63A8-4106-9D1C-397506B77205}" type="pres">
      <dgm:prSet presAssocID="{0C9EF90B-B176-4771-AD4E-59D0A3FC6728}" presName="sibTrans" presStyleCnt="0"/>
      <dgm:spPr/>
    </dgm:pt>
    <dgm:pt modelId="{12049D18-004C-4F3A-AD55-93A5BB61C38D}" type="pres">
      <dgm:prSet presAssocID="{5FA4287D-13C6-412A-8175-04B5F8ED2D91}" presName="compNode" presStyleCnt="0"/>
      <dgm:spPr/>
    </dgm:pt>
    <dgm:pt modelId="{CC907C8B-2BB2-4652-B2DB-CCA71F74D4F1}" type="pres">
      <dgm:prSet presAssocID="{5FA4287D-13C6-412A-8175-04B5F8ED2D91}"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7C0F59F9-93E3-4D12-86F9-76F4D6F3FE8E}" type="pres">
      <dgm:prSet presAssocID="{5FA4287D-13C6-412A-8175-04B5F8ED2D91}" presName="spaceRect" presStyleCnt="0"/>
      <dgm:spPr/>
    </dgm:pt>
    <dgm:pt modelId="{6117A877-D648-47AE-B4C8-12F9180D2275}" type="pres">
      <dgm:prSet presAssocID="{5FA4287D-13C6-412A-8175-04B5F8ED2D91}" presName="textRect" presStyleLbl="revTx" presStyleIdx="2" presStyleCnt="7">
        <dgm:presLayoutVars>
          <dgm:chMax val="1"/>
          <dgm:chPref val="1"/>
        </dgm:presLayoutVars>
      </dgm:prSet>
      <dgm:spPr/>
    </dgm:pt>
    <dgm:pt modelId="{E9BA78EC-F787-46D9-AFE7-43526D0D1E62}" type="pres">
      <dgm:prSet presAssocID="{A0C7F5F6-CD71-42B1-8712-D379318F1097}" presName="sibTrans" presStyleCnt="0"/>
      <dgm:spPr/>
    </dgm:pt>
    <dgm:pt modelId="{16F1F4EB-4886-4742-8A73-BF0ED99EDF08}" type="pres">
      <dgm:prSet presAssocID="{60C678AB-6C6B-4555-B2BC-C4F9D9B132E7}" presName="compNode" presStyleCnt="0"/>
      <dgm:spPr/>
    </dgm:pt>
    <dgm:pt modelId="{38428398-E084-4F7B-B400-A904C3FE7368}" type="pres">
      <dgm:prSet presAssocID="{60C678AB-6C6B-4555-B2BC-C4F9D9B132E7}" presName="iconRect" presStyleLbl="node1" presStyleIdx="3" presStyleCnt="7" custLinFactNeighborX="-686" custLinFactNeighborY="-365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255501AA-C8A0-4FD7-93C0-7E643BE0CD00}" type="pres">
      <dgm:prSet presAssocID="{60C678AB-6C6B-4555-B2BC-C4F9D9B132E7}" presName="spaceRect" presStyleCnt="0"/>
      <dgm:spPr/>
    </dgm:pt>
    <dgm:pt modelId="{2E947793-6784-4C31-80A0-19AEB92FC81E}" type="pres">
      <dgm:prSet presAssocID="{60C678AB-6C6B-4555-B2BC-C4F9D9B132E7}" presName="textRect" presStyleLbl="revTx" presStyleIdx="3" presStyleCnt="7">
        <dgm:presLayoutVars>
          <dgm:chMax val="1"/>
          <dgm:chPref val="1"/>
        </dgm:presLayoutVars>
      </dgm:prSet>
      <dgm:spPr/>
    </dgm:pt>
    <dgm:pt modelId="{9DE08715-AD63-49FF-A3F9-71AF248512AE}" type="pres">
      <dgm:prSet presAssocID="{7C70020F-57E6-4325-9736-111D137F7241}" presName="sibTrans" presStyleCnt="0"/>
      <dgm:spPr/>
    </dgm:pt>
    <dgm:pt modelId="{B596203B-AB1F-4BD8-9E35-D0C846D7E60B}" type="pres">
      <dgm:prSet presAssocID="{9529822E-9253-4773-9C4A-493DB9E6E91B}" presName="compNode" presStyleCnt="0"/>
      <dgm:spPr/>
    </dgm:pt>
    <dgm:pt modelId="{9CFDD305-9BAA-49AA-8CE8-3F1DE60F6BC1}" type="pres">
      <dgm:prSet presAssocID="{9529822E-9253-4773-9C4A-493DB9E6E91B}" presName="iconRect" presStyleLbl="node1" presStyleIdx="4" presStyleCnt="7" custLinFactNeighborX="-645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81A7D167-A2D9-4ADF-9CA8-7A68D5918C53}" type="pres">
      <dgm:prSet presAssocID="{9529822E-9253-4773-9C4A-493DB9E6E91B}" presName="spaceRect" presStyleCnt="0"/>
      <dgm:spPr/>
    </dgm:pt>
    <dgm:pt modelId="{82D6731B-A50C-4DC4-870E-B1359563B2CB}" type="pres">
      <dgm:prSet presAssocID="{9529822E-9253-4773-9C4A-493DB9E6E91B}" presName="textRect" presStyleLbl="revTx" presStyleIdx="4" presStyleCnt="7" custLinFactNeighborX="-2905">
        <dgm:presLayoutVars>
          <dgm:chMax val="1"/>
          <dgm:chPref val="1"/>
        </dgm:presLayoutVars>
      </dgm:prSet>
      <dgm:spPr/>
    </dgm:pt>
    <dgm:pt modelId="{492A0654-920D-43C0-B907-37B9BA07D364}" type="pres">
      <dgm:prSet presAssocID="{B9724E8C-2C20-40F2-9692-4FCAFF6A60EA}" presName="sibTrans" presStyleCnt="0"/>
      <dgm:spPr/>
    </dgm:pt>
    <dgm:pt modelId="{7AA96F66-315E-4055-B5B7-68ED2457932D}" type="pres">
      <dgm:prSet presAssocID="{915D7418-A671-4F92-91ED-66AC04134D57}" presName="compNode" presStyleCnt="0"/>
      <dgm:spPr/>
    </dgm:pt>
    <dgm:pt modelId="{287C205F-2E27-42CC-A310-CA9F83EFE45A}" type="pres">
      <dgm:prSet presAssocID="{915D7418-A671-4F92-91ED-66AC04134D57}" presName="iconRect" presStyleLbl="node1" presStyleIdx="5" presStyleCnt="7" custLinFactNeighborX="-774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 List"/>
        </a:ext>
      </dgm:extLst>
    </dgm:pt>
    <dgm:pt modelId="{3980A47A-03B7-4E12-9307-E12AC6C70207}" type="pres">
      <dgm:prSet presAssocID="{915D7418-A671-4F92-91ED-66AC04134D57}" presName="spaceRect" presStyleCnt="0"/>
      <dgm:spPr/>
    </dgm:pt>
    <dgm:pt modelId="{882CAEEA-437B-4002-BA8B-1D3F05895E6B}" type="pres">
      <dgm:prSet presAssocID="{915D7418-A671-4F92-91ED-66AC04134D57}" presName="textRect" presStyleLbl="revTx" presStyleIdx="5" presStyleCnt="7" custLinFactNeighborX="-3486">
        <dgm:presLayoutVars>
          <dgm:chMax val="1"/>
          <dgm:chPref val="1"/>
        </dgm:presLayoutVars>
      </dgm:prSet>
      <dgm:spPr/>
    </dgm:pt>
    <dgm:pt modelId="{64C3DC70-BDFC-45CB-A252-CC99FBF01972}" type="pres">
      <dgm:prSet presAssocID="{9370F50E-10FE-4B99-83CA-527220919D6C}" presName="sibTrans" presStyleCnt="0"/>
      <dgm:spPr/>
    </dgm:pt>
    <dgm:pt modelId="{0A8B158F-856A-4632-B6ED-48323B202953}" type="pres">
      <dgm:prSet presAssocID="{396CD7D1-D8BB-4773-9A3A-292221EA831C}" presName="compNode" presStyleCnt="0"/>
      <dgm:spPr/>
    </dgm:pt>
    <dgm:pt modelId="{74737FEE-21A7-4F17-A5F6-A858547D2AED}" type="pres">
      <dgm:prSet presAssocID="{396CD7D1-D8BB-4773-9A3A-292221EA831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Workflow"/>
        </a:ext>
      </dgm:extLst>
    </dgm:pt>
    <dgm:pt modelId="{F3800D2F-2192-4035-827B-2F2CC6655BF3}" type="pres">
      <dgm:prSet presAssocID="{396CD7D1-D8BB-4773-9A3A-292221EA831C}" presName="spaceRect" presStyleCnt="0"/>
      <dgm:spPr/>
    </dgm:pt>
    <dgm:pt modelId="{95976077-292E-48B7-B5FF-EE229D31C0CF}" type="pres">
      <dgm:prSet presAssocID="{396CD7D1-D8BB-4773-9A3A-292221EA831C}" presName="textRect" presStyleLbl="revTx" presStyleIdx="6" presStyleCnt="7">
        <dgm:presLayoutVars>
          <dgm:chMax val="1"/>
          <dgm:chPref val="1"/>
        </dgm:presLayoutVars>
      </dgm:prSet>
      <dgm:spPr/>
    </dgm:pt>
  </dgm:ptLst>
  <dgm:cxnLst>
    <dgm:cxn modelId="{CB49FF0B-7114-4D72-9CBB-D4B2E9EB258E}" type="presOf" srcId="{9529822E-9253-4773-9C4A-493DB9E6E91B}" destId="{82D6731B-A50C-4DC4-870E-B1359563B2CB}" srcOrd="0" destOrd="0" presId="urn:microsoft.com/office/officeart/2018/2/layout/IconLabelList"/>
    <dgm:cxn modelId="{62184D33-4529-47CB-A5F3-1DC37A9A0ED2}" type="presOf" srcId="{60C678AB-6C6B-4555-B2BC-C4F9D9B132E7}" destId="{2E947793-6784-4C31-80A0-19AEB92FC81E}" srcOrd="0" destOrd="0" presId="urn:microsoft.com/office/officeart/2018/2/layout/IconLabelList"/>
    <dgm:cxn modelId="{A2165147-AB79-4FE8-B392-D32C202B7FD1}" srcId="{20F29210-69D4-459F-9192-FC91019ADAAA}" destId="{7B9185FD-EACB-41C4-A692-A9B9C669707E}" srcOrd="0" destOrd="0" parTransId="{F07D7E79-CDF6-4E6F-B623-2435CD45E6FB}" sibTransId="{CFA042CB-784F-4283-90A8-94C7B0520B04}"/>
    <dgm:cxn modelId="{371B204A-0144-4109-AADF-FC02BBF6FA2F}" srcId="{20F29210-69D4-459F-9192-FC91019ADAAA}" destId="{43F766E9-3805-4283-A673-2D87ED9E03E8}" srcOrd="1" destOrd="0" parTransId="{51AC2B57-53D9-4238-BF75-87671DED69FA}" sibTransId="{0C9EF90B-B176-4771-AD4E-59D0A3FC6728}"/>
    <dgm:cxn modelId="{08B0927A-A875-4892-9ABD-1D3331B2D0C7}" srcId="{20F29210-69D4-459F-9192-FC91019ADAAA}" destId="{396CD7D1-D8BB-4773-9A3A-292221EA831C}" srcOrd="6" destOrd="0" parTransId="{2568E4BD-4E25-4322-B1E0-6E9AA1C84134}" sibTransId="{EB4A9753-5987-49DB-BFAB-DE03D0B651FD}"/>
    <dgm:cxn modelId="{F95B7C7C-23BB-42E2-8EC7-9C02853F973E}" type="presOf" srcId="{43F766E9-3805-4283-A673-2D87ED9E03E8}" destId="{6061B166-81B7-42B0-B14F-B65C4B499B2F}" srcOrd="0" destOrd="0" presId="urn:microsoft.com/office/officeart/2018/2/layout/IconLabelList"/>
    <dgm:cxn modelId="{3EFB5E8A-F65B-4D36-8520-9EA2146FF6E5}" type="presOf" srcId="{915D7418-A671-4F92-91ED-66AC04134D57}" destId="{882CAEEA-437B-4002-BA8B-1D3F05895E6B}" srcOrd="0" destOrd="0" presId="urn:microsoft.com/office/officeart/2018/2/layout/IconLabelList"/>
    <dgm:cxn modelId="{A837D496-04FF-41DE-939F-701D0E602B09}" srcId="{20F29210-69D4-459F-9192-FC91019ADAAA}" destId="{9529822E-9253-4773-9C4A-493DB9E6E91B}" srcOrd="4" destOrd="0" parTransId="{CE01C14C-6727-4E0F-B2FA-C4424FDD5DBA}" sibTransId="{B9724E8C-2C20-40F2-9692-4FCAFF6A60EA}"/>
    <dgm:cxn modelId="{32F42AB5-1B3B-40B8-9682-43AC2447D86B}" type="presOf" srcId="{396CD7D1-D8BB-4773-9A3A-292221EA831C}" destId="{95976077-292E-48B7-B5FF-EE229D31C0CF}" srcOrd="0" destOrd="0" presId="urn:microsoft.com/office/officeart/2018/2/layout/IconLabelList"/>
    <dgm:cxn modelId="{41D3E2CA-90F6-4C4C-8931-5B6D30D7468A}" srcId="{20F29210-69D4-459F-9192-FC91019ADAAA}" destId="{5FA4287D-13C6-412A-8175-04B5F8ED2D91}" srcOrd="2" destOrd="0" parTransId="{177BA5D6-9866-44A4-A0F8-8A68292BCC61}" sibTransId="{A0C7F5F6-CD71-42B1-8712-D379318F1097}"/>
    <dgm:cxn modelId="{588596CE-6CC1-4407-9E90-7F73716CCCE6}" type="presOf" srcId="{20F29210-69D4-459F-9192-FC91019ADAAA}" destId="{DCA17D54-DC64-417A-A0C2-19A78844D55C}" srcOrd="0" destOrd="0" presId="urn:microsoft.com/office/officeart/2018/2/layout/IconLabelList"/>
    <dgm:cxn modelId="{26B9E1E8-EDA0-48A9-BDD0-6F15AF593DF9}" type="presOf" srcId="{5FA4287D-13C6-412A-8175-04B5F8ED2D91}" destId="{6117A877-D648-47AE-B4C8-12F9180D2275}" srcOrd="0" destOrd="0" presId="urn:microsoft.com/office/officeart/2018/2/layout/IconLabelList"/>
    <dgm:cxn modelId="{4670CCEB-5560-4846-9F9E-80FB89D02355}" srcId="{20F29210-69D4-459F-9192-FC91019ADAAA}" destId="{60C678AB-6C6B-4555-B2BC-C4F9D9B132E7}" srcOrd="3" destOrd="0" parTransId="{3BE18116-A2F1-4532-8DD5-52398E1EFD1A}" sibTransId="{7C70020F-57E6-4325-9736-111D137F7241}"/>
    <dgm:cxn modelId="{350BB5F9-8351-42E7-BA35-E0D40EF4E438}" type="presOf" srcId="{7B9185FD-EACB-41C4-A692-A9B9C669707E}" destId="{CD0E7B7E-3CBB-4D1E-B990-88B0E51B1581}" srcOrd="0" destOrd="0" presId="urn:microsoft.com/office/officeart/2018/2/layout/IconLabelList"/>
    <dgm:cxn modelId="{932C94FA-62E9-4F1A-A67D-AB11B446BB8D}" srcId="{20F29210-69D4-459F-9192-FC91019ADAAA}" destId="{915D7418-A671-4F92-91ED-66AC04134D57}" srcOrd="5" destOrd="0" parTransId="{ADDF2C08-805D-457B-811D-51035ECFA937}" sibTransId="{9370F50E-10FE-4B99-83CA-527220919D6C}"/>
    <dgm:cxn modelId="{B2A1FD2C-B020-4CF6-878D-A0EC797A1709}" type="presParOf" srcId="{DCA17D54-DC64-417A-A0C2-19A78844D55C}" destId="{069EA168-16AB-4926-ACFA-6E46FFD192CC}" srcOrd="0" destOrd="0" presId="urn:microsoft.com/office/officeart/2018/2/layout/IconLabelList"/>
    <dgm:cxn modelId="{B8ACDC95-1DD5-4B37-845D-3AA407A7982F}" type="presParOf" srcId="{069EA168-16AB-4926-ACFA-6E46FFD192CC}" destId="{FC08DBFA-DF7B-4802-801A-30D57F22593B}" srcOrd="0" destOrd="0" presId="urn:microsoft.com/office/officeart/2018/2/layout/IconLabelList"/>
    <dgm:cxn modelId="{A9E3B208-7672-4283-9A0C-76462D9A54D7}" type="presParOf" srcId="{069EA168-16AB-4926-ACFA-6E46FFD192CC}" destId="{444C93C6-47DD-4909-8AC3-AC9A55536D8C}" srcOrd="1" destOrd="0" presId="urn:microsoft.com/office/officeart/2018/2/layout/IconLabelList"/>
    <dgm:cxn modelId="{A97EF086-B92B-49F8-AE1C-134D08095B39}" type="presParOf" srcId="{069EA168-16AB-4926-ACFA-6E46FFD192CC}" destId="{CD0E7B7E-3CBB-4D1E-B990-88B0E51B1581}" srcOrd="2" destOrd="0" presId="urn:microsoft.com/office/officeart/2018/2/layout/IconLabelList"/>
    <dgm:cxn modelId="{32EA0D29-9887-4E8C-B611-9FBDB175641C}" type="presParOf" srcId="{DCA17D54-DC64-417A-A0C2-19A78844D55C}" destId="{7BC71351-E3E0-43B9-8E64-9E2CFE137865}" srcOrd="1" destOrd="0" presId="urn:microsoft.com/office/officeart/2018/2/layout/IconLabelList"/>
    <dgm:cxn modelId="{84C1037B-EC70-4D0A-8421-3EEB6211D80E}" type="presParOf" srcId="{DCA17D54-DC64-417A-A0C2-19A78844D55C}" destId="{18259017-2424-4132-861B-473DE1B6D3A4}" srcOrd="2" destOrd="0" presId="urn:microsoft.com/office/officeart/2018/2/layout/IconLabelList"/>
    <dgm:cxn modelId="{BE219C45-2FBA-4584-8EAE-4FBBF0F6049D}" type="presParOf" srcId="{18259017-2424-4132-861B-473DE1B6D3A4}" destId="{3FA4C41A-A78E-43CC-93FF-9721B33B64D4}" srcOrd="0" destOrd="0" presId="urn:microsoft.com/office/officeart/2018/2/layout/IconLabelList"/>
    <dgm:cxn modelId="{7492B700-00F4-477C-8D23-9F39523DAF87}" type="presParOf" srcId="{18259017-2424-4132-861B-473DE1B6D3A4}" destId="{4F9C8321-C5EE-44B6-9625-8818F174E79D}" srcOrd="1" destOrd="0" presId="urn:microsoft.com/office/officeart/2018/2/layout/IconLabelList"/>
    <dgm:cxn modelId="{7C6CD7C0-BBE0-4810-BAAC-1A8D4C54C85F}" type="presParOf" srcId="{18259017-2424-4132-861B-473DE1B6D3A4}" destId="{6061B166-81B7-42B0-B14F-B65C4B499B2F}" srcOrd="2" destOrd="0" presId="urn:microsoft.com/office/officeart/2018/2/layout/IconLabelList"/>
    <dgm:cxn modelId="{EF575C9D-D2F7-4AAB-B54F-6CFECC4D62E2}" type="presParOf" srcId="{DCA17D54-DC64-417A-A0C2-19A78844D55C}" destId="{CDFFF99A-63A8-4106-9D1C-397506B77205}" srcOrd="3" destOrd="0" presId="urn:microsoft.com/office/officeart/2018/2/layout/IconLabelList"/>
    <dgm:cxn modelId="{E72A7D0A-E8CB-41F5-ABBC-7E74B9EB09E4}" type="presParOf" srcId="{DCA17D54-DC64-417A-A0C2-19A78844D55C}" destId="{12049D18-004C-4F3A-AD55-93A5BB61C38D}" srcOrd="4" destOrd="0" presId="urn:microsoft.com/office/officeart/2018/2/layout/IconLabelList"/>
    <dgm:cxn modelId="{E9F84B7B-0D03-4EC1-9A09-B7E8EC6AA822}" type="presParOf" srcId="{12049D18-004C-4F3A-AD55-93A5BB61C38D}" destId="{CC907C8B-2BB2-4652-B2DB-CCA71F74D4F1}" srcOrd="0" destOrd="0" presId="urn:microsoft.com/office/officeart/2018/2/layout/IconLabelList"/>
    <dgm:cxn modelId="{EB4F452F-29B2-4489-A2D4-CE7EFAD10A24}" type="presParOf" srcId="{12049D18-004C-4F3A-AD55-93A5BB61C38D}" destId="{7C0F59F9-93E3-4D12-86F9-76F4D6F3FE8E}" srcOrd="1" destOrd="0" presId="urn:microsoft.com/office/officeart/2018/2/layout/IconLabelList"/>
    <dgm:cxn modelId="{F57CF4BE-2A92-49CB-AADC-A379BD5270B7}" type="presParOf" srcId="{12049D18-004C-4F3A-AD55-93A5BB61C38D}" destId="{6117A877-D648-47AE-B4C8-12F9180D2275}" srcOrd="2" destOrd="0" presId="urn:microsoft.com/office/officeart/2018/2/layout/IconLabelList"/>
    <dgm:cxn modelId="{B3F0CBB3-0138-4D75-BFB6-AD67D044D388}" type="presParOf" srcId="{DCA17D54-DC64-417A-A0C2-19A78844D55C}" destId="{E9BA78EC-F787-46D9-AFE7-43526D0D1E62}" srcOrd="5" destOrd="0" presId="urn:microsoft.com/office/officeart/2018/2/layout/IconLabelList"/>
    <dgm:cxn modelId="{3C5A6052-7606-4649-842E-CC1289FC5351}" type="presParOf" srcId="{DCA17D54-DC64-417A-A0C2-19A78844D55C}" destId="{16F1F4EB-4886-4742-8A73-BF0ED99EDF08}" srcOrd="6" destOrd="0" presId="urn:microsoft.com/office/officeart/2018/2/layout/IconLabelList"/>
    <dgm:cxn modelId="{DA4D56F5-6BFC-44BC-9C12-E854B3587624}" type="presParOf" srcId="{16F1F4EB-4886-4742-8A73-BF0ED99EDF08}" destId="{38428398-E084-4F7B-B400-A904C3FE7368}" srcOrd="0" destOrd="0" presId="urn:microsoft.com/office/officeart/2018/2/layout/IconLabelList"/>
    <dgm:cxn modelId="{FBA1875E-081D-493A-9241-9DED1027D321}" type="presParOf" srcId="{16F1F4EB-4886-4742-8A73-BF0ED99EDF08}" destId="{255501AA-C8A0-4FD7-93C0-7E643BE0CD00}" srcOrd="1" destOrd="0" presId="urn:microsoft.com/office/officeart/2018/2/layout/IconLabelList"/>
    <dgm:cxn modelId="{B9AEAA4F-383C-4420-9AD3-BE06F8512849}" type="presParOf" srcId="{16F1F4EB-4886-4742-8A73-BF0ED99EDF08}" destId="{2E947793-6784-4C31-80A0-19AEB92FC81E}" srcOrd="2" destOrd="0" presId="urn:microsoft.com/office/officeart/2018/2/layout/IconLabelList"/>
    <dgm:cxn modelId="{B5FBFD7F-2A0C-465A-97B4-639D63059407}" type="presParOf" srcId="{DCA17D54-DC64-417A-A0C2-19A78844D55C}" destId="{9DE08715-AD63-49FF-A3F9-71AF248512AE}" srcOrd="7" destOrd="0" presId="urn:microsoft.com/office/officeart/2018/2/layout/IconLabelList"/>
    <dgm:cxn modelId="{4D53C360-485F-491D-9CB9-0101355C4D6D}" type="presParOf" srcId="{DCA17D54-DC64-417A-A0C2-19A78844D55C}" destId="{B596203B-AB1F-4BD8-9E35-D0C846D7E60B}" srcOrd="8" destOrd="0" presId="urn:microsoft.com/office/officeart/2018/2/layout/IconLabelList"/>
    <dgm:cxn modelId="{C3157735-BD29-4BB7-8646-0175FB9758A8}" type="presParOf" srcId="{B596203B-AB1F-4BD8-9E35-D0C846D7E60B}" destId="{9CFDD305-9BAA-49AA-8CE8-3F1DE60F6BC1}" srcOrd="0" destOrd="0" presId="urn:microsoft.com/office/officeart/2018/2/layout/IconLabelList"/>
    <dgm:cxn modelId="{10307160-B38C-4558-A73F-D03CA75C1C33}" type="presParOf" srcId="{B596203B-AB1F-4BD8-9E35-D0C846D7E60B}" destId="{81A7D167-A2D9-4ADF-9CA8-7A68D5918C53}" srcOrd="1" destOrd="0" presId="urn:microsoft.com/office/officeart/2018/2/layout/IconLabelList"/>
    <dgm:cxn modelId="{1F2274BC-AAE5-4882-9B55-BBA0A8AA1505}" type="presParOf" srcId="{B596203B-AB1F-4BD8-9E35-D0C846D7E60B}" destId="{82D6731B-A50C-4DC4-870E-B1359563B2CB}" srcOrd="2" destOrd="0" presId="urn:microsoft.com/office/officeart/2018/2/layout/IconLabelList"/>
    <dgm:cxn modelId="{F22566CC-E633-49E7-A52D-1B23BCC06DEE}" type="presParOf" srcId="{DCA17D54-DC64-417A-A0C2-19A78844D55C}" destId="{492A0654-920D-43C0-B907-37B9BA07D364}" srcOrd="9" destOrd="0" presId="urn:microsoft.com/office/officeart/2018/2/layout/IconLabelList"/>
    <dgm:cxn modelId="{B2681358-5E1F-4694-A66B-E72AD8AE8DE0}" type="presParOf" srcId="{DCA17D54-DC64-417A-A0C2-19A78844D55C}" destId="{7AA96F66-315E-4055-B5B7-68ED2457932D}" srcOrd="10" destOrd="0" presId="urn:microsoft.com/office/officeart/2018/2/layout/IconLabelList"/>
    <dgm:cxn modelId="{F86AC0F5-632E-42A2-9F74-E8017C7329E9}" type="presParOf" srcId="{7AA96F66-315E-4055-B5B7-68ED2457932D}" destId="{287C205F-2E27-42CC-A310-CA9F83EFE45A}" srcOrd="0" destOrd="0" presId="urn:microsoft.com/office/officeart/2018/2/layout/IconLabelList"/>
    <dgm:cxn modelId="{5FD24E8E-DCE7-4BB6-B81C-CE2C1A34B162}" type="presParOf" srcId="{7AA96F66-315E-4055-B5B7-68ED2457932D}" destId="{3980A47A-03B7-4E12-9307-E12AC6C70207}" srcOrd="1" destOrd="0" presId="urn:microsoft.com/office/officeart/2018/2/layout/IconLabelList"/>
    <dgm:cxn modelId="{4D082AAF-8DE8-4D2B-A51D-76C0EAD0C941}" type="presParOf" srcId="{7AA96F66-315E-4055-B5B7-68ED2457932D}" destId="{882CAEEA-437B-4002-BA8B-1D3F05895E6B}" srcOrd="2" destOrd="0" presId="urn:microsoft.com/office/officeart/2018/2/layout/IconLabelList"/>
    <dgm:cxn modelId="{6DB79E97-1197-4867-9214-D939AC7E495C}" type="presParOf" srcId="{DCA17D54-DC64-417A-A0C2-19A78844D55C}" destId="{64C3DC70-BDFC-45CB-A252-CC99FBF01972}" srcOrd="11" destOrd="0" presId="urn:microsoft.com/office/officeart/2018/2/layout/IconLabelList"/>
    <dgm:cxn modelId="{A86F7C51-5D06-4745-87F8-8AA679FA1C08}" type="presParOf" srcId="{DCA17D54-DC64-417A-A0C2-19A78844D55C}" destId="{0A8B158F-856A-4632-B6ED-48323B202953}" srcOrd="12" destOrd="0" presId="urn:microsoft.com/office/officeart/2018/2/layout/IconLabelList"/>
    <dgm:cxn modelId="{F1C971B7-A657-4A31-868E-ACE499674681}" type="presParOf" srcId="{0A8B158F-856A-4632-B6ED-48323B202953}" destId="{74737FEE-21A7-4F17-A5F6-A858547D2AED}" srcOrd="0" destOrd="0" presId="urn:microsoft.com/office/officeart/2018/2/layout/IconLabelList"/>
    <dgm:cxn modelId="{EBA781F6-99BB-483F-8569-07DF7DA69266}" type="presParOf" srcId="{0A8B158F-856A-4632-B6ED-48323B202953}" destId="{F3800D2F-2192-4035-827B-2F2CC6655BF3}" srcOrd="1" destOrd="0" presId="urn:microsoft.com/office/officeart/2018/2/layout/IconLabelList"/>
    <dgm:cxn modelId="{ED45E84B-2549-4E02-9B0D-38D5AEFAAFFB}" type="presParOf" srcId="{0A8B158F-856A-4632-B6ED-48323B202953}" destId="{95976077-292E-48B7-B5FF-EE229D31C0C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1A0F0B-6942-4968-BF68-267EC80AAB41}"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A214FCAB-0DD4-4B97-8BC4-D199698783CF}">
      <dgm:prSet custT="1"/>
      <dgm:spPr/>
      <dgm:t>
        <a:bodyPr/>
        <a:lstStyle/>
        <a:p>
          <a:r>
            <a:rPr lang="en-US" sz="2000" dirty="0"/>
            <a:t>Identify the issue or task assigned, considering the function of the office, the staff's role, duties, and responsibilities. </a:t>
          </a:r>
        </a:p>
      </dgm:t>
    </dgm:pt>
    <dgm:pt modelId="{C0B53A75-5F4F-4D65-A8B0-B5D695808572}" type="parTrans" cxnId="{80DDA045-1DE8-440D-AF44-0B8E316A7B5A}">
      <dgm:prSet/>
      <dgm:spPr/>
      <dgm:t>
        <a:bodyPr/>
        <a:lstStyle/>
        <a:p>
          <a:endParaRPr lang="en-US" sz="2000"/>
        </a:p>
      </dgm:t>
    </dgm:pt>
    <dgm:pt modelId="{71DB9845-E27F-4BAE-AD53-11A0C316D5D2}" type="sibTrans" cxnId="{80DDA045-1DE8-440D-AF44-0B8E316A7B5A}">
      <dgm:prSet/>
      <dgm:spPr/>
      <dgm:t>
        <a:bodyPr/>
        <a:lstStyle/>
        <a:p>
          <a:endParaRPr lang="en-US" sz="2000"/>
        </a:p>
      </dgm:t>
    </dgm:pt>
    <dgm:pt modelId="{80227411-C1A4-4058-8AFB-FF7B163AD63C}">
      <dgm:prSet custT="1"/>
      <dgm:spPr/>
      <dgm:t>
        <a:bodyPr/>
        <a:lstStyle/>
        <a:p>
          <a:r>
            <a:rPr lang="en-US" sz="2000" dirty="0"/>
            <a:t>Determine the stakeholders affected by the issue or task, including their interests, concerns, and perspectives. </a:t>
          </a:r>
        </a:p>
      </dgm:t>
    </dgm:pt>
    <dgm:pt modelId="{1F5A4B3E-1462-436B-8058-2489640CC8A5}" type="parTrans" cxnId="{6AAA7CF7-C621-42F0-8355-01A47CE17DF2}">
      <dgm:prSet/>
      <dgm:spPr/>
      <dgm:t>
        <a:bodyPr/>
        <a:lstStyle/>
        <a:p>
          <a:endParaRPr lang="en-US" sz="2000"/>
        </a:p>
      </dgm:t>
    </dgm:pt>
    <dgm:pt modelId="{DD483626-662C-4FD2-AAEF-D2E2E12C577B}" type="sibTrans" cxnId="{6AAA7CF7-C621-42F0-8355-01A47CE17DF2}">
      <dgm:prSet/>
      <dgm:spPr/>
      <dgm:t>
        <a:bodyPr/>
        <a:lstStyle/>
        <a:p>
          <a:endParaRPr lang="en-US" sz="2000"/>
        </a:p>
      </dgm:t>
    </dgm:pt>
    <dgm:pt modelId="{6600BA3D-86AF-4E05-AC4D-0AE3EECC75B5}">
      <dgm:prSet custT="1"/>
      <dgm:spPr/>
      <dgm:t>
        <a:bodyPr/>
        <a:lstStyle/>
        <a:p>
          <a:r>
            <a:rPr lang="en-US" sz="2000" dirty="0"/>
            <a:t>Examine the internal and external factors influencing the issue or task, such as political, economic, social, technological, and environmental aspects. </a:t>
          </a:r>
        </a:p>
      </dgm:t>
    </dgm:pt>
    <dgm:pt modelId="{7ACC1349-11CE-4BEC-96A1-D6521D04DFED}" type="parTrans" cxnId="{0095BF8D-A60E-4BCB-90CD-948A62A38DEC}">
      <dgm:prSet/>
      <dgm:spPr/>
      <dgm:t>
        <a:bodyPr/>
        <a:lstStyle/>
        <a:p>
          <a:endParaRPr lang="en-US" sz="2000"/>
        </a:p>
      </dgm:t>
    </dgm:pt>
    <dgm:pt modelId="{36848A42-7B15-440C-BE60-6496DCFBE639}" type="sibTrans" cxnId="{0095BF8D-A60E-4BCB-90CD-948A62A38DEC}">
      <dgm:prSet/>
      <dgm:spPr/>
      <dgm:t>
        <a:bodyPr/>
        <a:lstStyle/>
        <a:p>
          <a:endParaRPr lang="en-US" sz="2000"/>
        </a:p>
      </dgm:t>
    </dgm:pt>
    <dgm:pt modelId="{AE9ADCE9-A33C-48AF-BD77-C6129E2B9A16}">
      <dgm:prSet custT="1"/>
      <dgm:spPr/>
      <dgm:t>
        <a:bodyPr/>
        <a:lstStyle/>
        <a:p>
          <a:r>
            <a:rPr lang="en-US" sz="2000" dirty="0"/>
            <a:t>Review existing laws, policies, guidelines, and regulations related to the issue or task. </a:t>
          </a:r>
        </a:p>
      </dgm:t>
    </dgm:pt>
    <dgm:pt modelId="{D83435BE-CB6A-46E8-914B-0B20BDCFF4FA}" type="parTrans" cxnId="{18EC672E-8186-4F73-88DD-4496D60977A3}">
      <dgm:prSet/>
      <dgm:spPr/>
      <dgm:t>
        <a:bodyPr/>
        <a:lstStyle/>
        <a:p>
          <a:endParaRPr lang="en-US" sz="2000"/>
        </a:p>
      </dgm:t>
    </dgm:pt>
    <dgm:pt modelId="{4C7A88F5-4160-493E-A0AE-7E28E7B29622}" type="sibTrans" cxnId="{18EC672E-8186-4F73-88DD-4496D60977A3}">
      <dgm:prSet/>
      <dgm:spPr/>
      <dgm:t>
        <a:bodyPr/>
        <a:lstStyle/>
        <a:p>
          <a:endParaRPr lang="en-US" sz="2000"/>
        </a:p>
      </dgm:t>
    </dgm:pt>
    <dgm:pt modelId="{D80C301A-170E-4847-A507-E866998D1445}">
      <dgm:prSet custT="1"/>
      <dgm:spPr/>
      <dgm:t>
        <a:bodyPr/>
        <a:lstStyle/>
        <a:p>
          <a:r>
            <a:rPr lang="en-US" sz="2000" dirty="0"/>
            <a:t>Gather preliminary data and information to establish a foundation for further analysis.</a:t>
          </a:r>
        </a:p>
      </dgm:t>
    </dgm:pt>
    <dgm:pt modelId="{B5A1FFBA-232D-4D6D-A730-F2705165CA42}" type="parTrans" cxnId="{64B0058E-31F0-4DE6-8B46-A9065A29BD37}">
      <dgm:prSet/>
      <dgm:spPr/>
      <dgm:t>
        <a:bodyPr/>
        <a:lstStyle/>
        <a:p>
          <a:endParaRPr lang="en-US" sz="2000"/>
        </a:p>
      </dgm:t>
    </dgm:pt>
    <dgm:pt modelId="{B22F26CE-32E0-44CF-B90F-E7C0EABB59F9}" type="sibTrans" cxnId="{64B0058E-31F0-4DE6-8B46-A9065A29BD37}">
      <dgm:prSet/>
      <dgm:spPr/>
      <dgm:t>
        <a:bodyPr/>
        <a:lstStyle/>
        <a:p>
          <a:endParaRPr lang="en-US" sz="2000"/>
        </a:p>
      </dgm:t>
    </dgm:pt>
    <dgm:pt modelId="{7C293A27-B7C2-4FBC-B93D-5F7DC0089E3F}" type="pres">
      <dgm:prSet presAssocID="{BB1A0F0B-6942-4968-BF68-267EC80AAB41}" presName="root" presStyleCnt="0">
        <dgm:presLayoutVars>
          <dgm:dir/>
          <dgm:resizeHandles val="exact"/>
        </dgm:presLayoutVars>
      </dgm:prSet>
      <dgm:spPr/>
    </dgm:pt>
    <dgm:pt modelId="{739E3F0C-968B-4A91-81F2-6CFC1C0A2808}" type="pres">
      <dgm:prSet presAssocID="{A214FCAB-0DD4-4B97-8BC4-D199698783CF}" presName="compNode" presStyleCnt="0"/>
      <dgm:spPr/>
    </dgm:pt>
    <dgm:pt modelId="{91B6E640-907A-4CB4-9061-179CE8AAD233}" type="pres">
      <dgm:prSet presAssocID="{A214FCAB-0DD4-4B97-8BC4-D199698783CF}" presName="bgRect" presStyleLbl="bgShp" presStyleIdx="0" presStyleCnt="5"/>
      <dgm:spPr/>
    </dgm:pt>
    <dgm:pt modelId="{4B0BC783-AF91-49A0-A3C9-D6B3D5CC36AA}" type="pres">
      <dgm:prSet presAssocID="{A214FCAB-0DD4-4B97-8BC4-D199698783C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5175B925-7445-4EEE-B4B9-002BB0243F0B}" type="pres">
      <dgm:prSet presAssocID="{A214FCAB-0DD4-4B97-8BC4-D199698783CF}" presName="spaceRect" presStyleCnt="0"/>
      <dgm:spPr/>
    </dgm:pt>
    <dgm:pt modelId="{657C4AAC-6A72-4C89-847B-E4A368D81206}" type="pres">
      <dgm:prSet presAssocID="{A214FCAB-0DD4-4B97-8BC4-D199698783CF}" presName="parTx" presStyleLbl="revTx" presStyleIdx="0" presStyleCnt="5">
        <dgm:presLayoutVars>
          <dgm:chMax val="0"/>
          <dgm:chPref val="0"/>
        </dgm:presLayoutVars>
      </dgm:prSet>
      <dgm:spPr/>
    </dgm:pt>
    <dgm:pt modelId="{3F3C6A75-119E-4CDA-B4C3-21D98D2FF3B8}" type="pres">
      <dgm:prSet presAssocID="{71DB9845-E27F-4BAE-AD53-11A0C316D5D2}" presName="sibTrans" presStyleCnt="0"/>
      <dgm:spPr/>
    </dgm:pt>
    <dgm:pt modelId="{C196FBF2-8795-465D-B91A-BE52C1135F2B}" type="pres">
      <dgm:prSet presAssocID="{80227411-C1A4-4058-8AFB-FF7B163AD63C}" presName="compNode" presStyleCnt="0"/>
      <dgm:spPr/>
    </dgm:pt>
    <dgm:pt modelId="{2C62D7BC-ECBE-43A6-BCD2-7F8226CEFA01}" type="pres">
      <dgm:prSet presAssocID="{80227411-C1A4-4058-8AFB-FF7B163AD63C}" presName="bgRect" presStyleLbl="bgShp" presStyleIdx="1" presStyleCnt="5"/>
      <dgm:spPr>
        <a:xfrm>
          <a:off x="0" y="909803"/>
          <a:ext cx="10515600" cy="725119"/>
        </a:xfrm>
        <a:prstGeom prst="roundRect">
          <a:avLst>
            <a:gd name="adj" fmla="val 10000"/>
          </a:avLst>
        </a:prstGeom>
        <a:solidFill>
          <a:srgbClr val="196B24">
            <a:hueOff val="0"/>
            <a:satOff val="0"/>
            <a:lumOff val="0"/>
            <a:alphaOff val="0"/>
          </a:srgbClr>
        </a:solidFill>
        <a:ln>
          <a:noFill/>
        </a:ln>
        <a:effectLst/>
      </dgm:spPr>
    </dgm:pt>
    <dgm:pt modelId="{FF14BF95-2D62-49F1-B462-53564C4478B9}" type="pres">
      <dgm:prSet presAssocID="{80227411-C1A4-4058-8AFB-FF7B163AD63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AB1A8D34-B978-4D70-AB66-121316F2B095}" type="pres">
      <dgm:prSet presAssocID="{80227411-C1A4-4058-8AFB-FF7B163AD63C}" presName="spaceRect" presStyleCnt="0"/>
      <dgm:spPr/>
    </dgm:pt>
    <dgm:pt modelId="{18331222-F8FA-4AB0-A0FA-FE49C5B067B2}" type="pres">
      <dgm:prSet presAssocID="{80227411-C1A4-4058-8AFB-FF7B163AD63C}" presName="parTx" presStyleLbl="revTx" presStyleIdx="1" presStyleCnt="5">
        <dgm:presLayoutVars>
          <dgm:chMax val="0"/>
          <dgm:chPref val="0"/>
        </dgm:presLayoutVars>
      </dgm:prSet>
      <dgm:spPr/>
    </dgm:pt>
    <dgm:pt modelId="{2F3A14B8-1F71-4963-92A4-A5575DDA1009}" type="pres">
      <dgm:prSet presAssocID="{DD483626-662C-4FD2-AAEF-D2E2E12C577B}" presName="sibTrans" presStyleCnt="0"/>
      <dgm:spPr/>
    </dgm:pt>
    <dgm:pt modelId="{CE38E188-537B-4E81-8BBD-35CFA2E88709}" type="pres">
      <dgm:prSet presAssocID="{6600BA3D-86AF-4E05-AC4D-0AE3EECC75B5}" presName="compNode" presStyleCnt="0"/>
      <dgm:spPr/>
    </dgm:pt>
    <dgm:pt modelId="{74658700-6E8B-40C2-B748-DC285D3FC25B}" type="pres">
      <dgm:prSet presAssocID="{6600BA3D-86AF-4E05-AC4D-0AE3EECC75B5}" presName="bgRect" presStyleLbl="bgShp" presStyleIdx="2" presStyleCnt="5"/>
      <dgm:spPr>
        <a:xfrm>
          <a:off x="0" y="1816202"/>
          <a:ext cx="10515600" cy="725119"/>
        </a:xfrm>
        <a:prstGeom prst="roundRect">
          <a:avLst>
            <a:gd name="adj" fmla="val 10000"/>
          </a:avLst>
        </a:prstGeom>
        <a:solidFill>
          <a:srgbClr val="0F9ED5">
            <a:hueOff val="0"/>
            <a:satOff val="0"/>
            <a:lumOff val="0"/>
            <a:alphaOff val="0"/>
          </a:srgbClr>
        </a:solidFill>
        <a:ln>
          <a:noFill/>
        </a:ln>
        <a:effectLst/>
      </dgm:spPr>
    </dgm:pt>
    <dgm:pt modelId="{D8D83AE3-1754-4A5D-800A-AB3A634F814B}" type="pres">
      <dgm:prSet presAssocID="{6600BA3D-86AF-4E05-AC4D-0AE3EECC75B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k"/>
        </a:ext>
      </dgm:extLst>
    </dgm:pt>
    <dgm:pt modelId="{CA91A129-4DEF-41E3-A7A0-CA105EA7F861}" type="pres">
      <dgm:prSet presAssocID="{6600BA3D-86AF-4E05-AC4D-0AE3EECC75B5}" presName="spaceRect" presStyleCnt="0"/>
      <dgm:spPr/>
    </dgm:pt>
    <dgm:pt modelId="{D8297273-26AC-4C4C-80BD-607113C6E089}" type="pres">
      <dgm:prSet presAssocID="{6600BA3D-86AF-4E05-AC4D-0AE3EECC75B5}" presName="parTx" presStyleLbl="revTx" presStyleIdx="2" presStyleCnt="5">
        <dgm:presLayoutVars>
          <dgm:chMax val="0"/>
          <dgm:chPref val="0"/>
        </dgm:presLayoutVars>
      </dgm:prSet>
      <dgm:spPr/>
    </dgm:pt>
    <dgm:pt modelId="{285530CA-FEC3-424C-B736-43D3746E3B1B}" type="pres">
      <dgm:prSet presAssocID="{36848A42-7B15-440C-BE60-6496DCFBE639}" presName="sibTrans" presStyleCnt="0"/>
      <dgm:spPr/>
    </dgm:pt>
    <dgm:pt modelId="{CB5BA2A9-1AEB-4273-9835-0B933BC42AFC}" type="pres">
      <dgm:prSet presAssocID="{AE9ADCE9-A33C-48AF-BD77-C6129E2B9A16}" presName="compNode" presStyleCnt="0"/>
      <dgm:spPr/>
    </dgm:pt>
    <dgm:pt modelId="{A8EBC081-14E1-4E45-89FA-53F20F88F400}" type="pres">
      <dgm:prSet presAssocID="{AE9ADCE9-A33C-48AF-BD77-C6129E2B9A16}" presName="bgRect" presStyleLbl="bgShp" presStyleIdx="3" presStyleCnt="5"/>
      <dgm:spPr>
        <a:xfrm>
          <a:off x="0" y="2722601"/>
          <a:ext cx="10515600" cy="725119"/>
        </a:xfrm>
        <a:prstGeom prst="roundRect">
          <a:avLst>
            <a:gd name="adj" fmla="val 10000"/>
          </a:avLst>
        </a:prstGeom>
        <a:solidFill>
          <a:srgbClr val="A02B93">
            <a:hueOff val="0"/>
            <a:satOff val="0"/>
            <a:lumOff val="0"/>
            <a:alphaOff val="0"/>
          </a:srgbClr>
        </a:solidFill>
        <a:ln>
          <a:noFill/>
        </a:ln>
        <a:effectLst/>
      </dgm:spPr>
    </dgm:pt>
    <dgm:pt modelId="{4DBD6EB6-A4A8-4DF2-B743-B19F157AF111}" type="pres">
      <dgm:prSet presAssocID="{AE9ADCE9-A33C-48AF-BD77-C6129E2B9A1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vel"/>
        </a:ext>
      </dgm:extLst>
    </dgm:pt>
    <dgm:pt modelId="{F6A4FCEF-3DAA-4372-AAD4-38766FDBF204}" type="pres">
      <dgm:prSet presAssocID="{AE9ADCE9-A33C-48AF-BD77-C6129E2B9A16}" presName="spaceRect" presStyleCnt="0"/>
      <dgm:spPr/>
    </dgm:pt>
    <dgm:pt modelId="{F2E558CC-46D4-4CFC-8F80-766742371B5B}" type="pres">
      <dgm:prSet presAssocID="{AE9ADCE9-A33C-48AF-BD77-C6129E2B9A16}" presName="parTx" presStyleLbl="revTx" presStyleIdx="3" presStyleCnt="5">
        <dgm:presLayoutVars>
          <dgm:chMax val="0"/>
          <dgm:chPref val="0"/>
        </dgm:presLayoutVars>
      </dgm:prSet>
      <dgm:spPr/>
    </dgm:pt>
    <dgm:pt modelId="{24F4C861-3904-4796-89E0-67A449105E37}" type="pres">
      <dgm:prSet presAssocID="{4C7A88F5-4160-493E-A0AE-7E28E7B29622}" presName="sibTrans" presStyleCnt="0"/>
      <dgm:spPr/>
    </dgm:pt>
    <dgm:pt modelId="{ED8CDAE0-9796-4F13-B97A-A5B9FA125855}" type="pres">
      <dgm:prSet presAssocID="{D80C301A-170E-4847-A507-E866998D1445}" presName="compNode" presStyleCnt="0"/>
      <dgm:spPr/>
    </dgm:pt>
    <dgm:pt modelId="{5D50E8DC-149B-40DE-8D16-97E656E5DA79}" type="pres">
      <dgm:prSet presAssocID="{D80C301A-170E-4847-A507-E866998D1445}" presName="bgRect" presStyleLbl="bgShp" presStyleIdx="4" presStyleCnt="5"/>
      <dgm:spPr>
        <a:xfrm>
          <a:off x="0" y="3629000"/>
          <a:ext cx="10515600" cy="725119"/>
        </a:xfrm>
        <a:prstGeom prst="roundRect">
          <a:avLst>
            <a:gd name="adj" fmla="val 10000"/>
          </a:avLst>
        </a:prstGeom>
        <a:solidFill>
          <a:srgbClr val="4EA72E">
            <a:hueOff val="0"/>
            <a:satOff val="0"/>
            <a:lumOff val="0"/>
            <a:alphaOff val="0"/>
          </a:srgbClr>
        </a:solidFill>
        <a:ln>
          <a:noFill/>
        </a:ln>
        <a:effectLst/>
      </dgm:spPr>
    </dgm:pt>
    <dgm:pt modelId="{4C830B6E-11DC-47E1-9526-F548BF43F1B2}" type="pres">
      <dgm:prSet presAssocID="{D80C301A-170E-4847-A507-E866998D144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C376DC1D-0DE3-4C31-B45F-89D2256B0759}" type="pres">
      <dgm:prSet presAssocID="{D80C301A-170E-4847-A507-E866998D1445}" presName="spaceRect" presStyleCnt="0"/>
      <dgm:spPr/>
    </dgm:pt>
    <dgm:pt modelId="{B6BD6753-42AA-43A3-8565-0008AA14AB7A}" type="pres">
      <dgm:prSet presAssocID="{D80C301A-170E-4847-A507-E866998D1445}" presName="parTx" presStyleLbl="revTx" presStyleIdx="4" presStyleCnt="5">
        <dgm:presLayoutVars>
          <dgm:chMax val="0"/>
          <dgm:chPref val="0"/>
        </dgm:presLayoutVars>
      </dgm:prSet>
      <dgm:spPr/>
    </dgm:pt>
  </dgm:ptLst>
  <dgm:cxnLst>
    <dgm:cxn modelId="{74903027-761B-40CE-AF89-197832E7476D}" type="presOf" srcId="{BB1A0F0B-6942-4968-BF68-267EC80AAB41}" destId="{7C293A27-B7C2-4FBC-B93D-5F7DC0089E3F}" srcOrd="0" destOrd="0" presId="urn:microsoft.com/office/officeart/2018/2/layout/IconVerticalSolidList"/>
    <dgm:cxn modelId="{18EC672E-8186-4F73-88DD-4496D60977A3}" srcId="{BB1A0F0B-6942-4968-BF68-267EC80AAB41}" destId="{AE9ADCE9-A33C-48AF-BD77-C6129E2B9A16}" srcOrd="3" destOrd="0" parTransId="{D83435BE-CB6A-46E8-914B-0B20BDCFF4FA}" sibTransId="{4C7A88F5-4160-493E-A0AE-7E28E7B29622}"/>
    <dgm:cxn modelId="{4A3D715B-85EF-4AE1-A25F-529A233E112B}" type="presOf" srcId="{6600BA3D-86AF-4E05-AC4D-0AE3EECC75B5}" destId="{D8297273-26AC-4C4C-80BD-607113C6E089}" srcOrd="0" destOrd="0" presId="urn:microsoft.com/office/officeart/2018/2/layout/IconVerticalSolidList"/>
    <dgm:cxn modelId="{80DDA045-1DE8-440D-AF44-0B8E316A7B5A}" srcId="{BB1A0F0B-6942-4968-BF68-267EC80AAB41}" destId="{A214FCAB-0DD4-4B97-8BC4-D199698783CF}" srcOrd="0" destOrd="0" parTransId="{C0B53A75-5F4F-4D65-A8B0-B5D695808572}" sibTransId="{71DB9845-E27F-4BAE-AD53-11A0C316D5D2}"/>
    <dgm:cxn modelId="{0095BF8D-A60E-4BCB-90CD-948A62A38DEC}" srcId="{BB1A0F0B-6942-4968-BF68-267EC80AAB41}" destId="{6600BA3D-86AF-4E05-AC4D-0AE3EECC75B5}" srcOrd="2" destOrd="0" parTransId="{7ACC1349-11CE-4BEC-96A1-D6521D04DFED}" sibTransId="{36848A42-7B15-440C-BE60-6496DCFBE639}"/>
    <dgm:cxn modelId="{64B0058E-31F0-4DE6-8B46-A9065A29BD37}" srcId="{BB1A0F0B-6942-4968-BF68-267EC80AAB41}" destId="{D80C301A-170E-4847-A507-E866998D1445}" srcOrd="4" destOrd="0" parTransId="{B5A1FFBA-232D-4D6D-A730-F2705165CA42}" sibTransId="{B22F26CE-32E0-44CF-B90F-E7C0EABB59F9}"/>
    <dgm:cxn modelId="{BD6DD5CB-D2DC-442C-8DE1-49EF4EE71FE9}" type="presOf" srcId="{A214FCAB-0DD4-4B97-8BC4-D199698783CF}" destId="{657C4AAC-6A72-4C89-847B-E4A368D81206}" srcOrd="0" destOrd="0" presId="urn:microsoft.com/office/officeart/2018/2/layout/IconVerticalSolidList"/>
    <dgm:cxn modelId="{DE4C97D7-E02D-4163-9EBA-BE5A47230B12}" type="presOf" srcId="{D80C301A-170E-4847-A507-E866998D1445}" destId="{B6BD6753-42AA-43A3-8565-0008AA14AB7A}" srcOrd="0" destOrd="0" presId="urn:microsoft.com/office/officeart/2018/2/layout/IconVerticalSolidList"/>
    <dgm:cxn modelId="{A1ECB7EB-97FF-44EC-B886-4022EF1E041A}" type="presOf" srcId="{AE9ADCE9-A33C-48AF-BD77-C6129E2B9A16}" destId="{F2E558CC-46D4-4CFC-8F80-766742371B5B}" srcOrd="0" destOrd="0" presId="urn:microsoft.com/office/officeart/2018/2/layout/IconVerticalSolidList"/>
    <dgm:cxn modelId="{6AAA7CF7-C621-42F0-8355-01A47CE17DF2}" srcId="{BB1A0F0B-6942-4968-BF68-267EC80AAB41}" destId="{80227411-C1A4-4058-8AFB-FF7B163AD63C}" srcOrd="1" destOrd="0" parTransId="{1F5A4B3E-1462-436B-8058-2489640CC8A5}" sibTransId="{DD483626-662C-4FD2-AAEF-D2E2E12C577B}"/>
    <dgm:cxn modelId="{C959B9F8-6ED6-4610-8E44-8ED05227E9AB}" type="presOf" srcId="{80227411-C1A4-4058-8AFB-FF7B163AD63C}" destId="{18331222-F8FA-4AB0-A0FA-FE49C5B067B2}" srcOrd="0" destOrd="0" presId="urn:microsoft.com/office/officeart/2018/2/layout/IconVerticalSolidList"/>
    <dgm:cxn modelId="{F1F5047D-D2D5-4120-90DE-10E92AD346E7}" type="presParOf" srcId="{7C293A27-B7C2-4FBC-B93D-5F7DC0089E3F}" destId="{739E3F0C-968B-4A91-81F2-6CFC1C0A2808}" srcOrd="0" destOrd="0" presId="urn:microsoft.com/office/officeart/2018/2/layout/IconVerticalSolidList"/>
    <dgm:cxn modelId="{E9854870-AFCD-4CEB-A23C-E730FC5666BB}" type="presParOf" srcId="{739E3F0C-968B-4A91-81F2-6CFC1C0A2808}" destId="{91B6E640-907A-4CB4-9061-179CE8AAD233}" srcOrd="0" destOrd="0" presId="urn:microsoft.com/office/officeart/2018/2/layout/IconVerticalSolidList"/>
    <dgm:cxn modelId="{A26C2280-2FED-40CD-B72E-03DFD8147584}" type="presParOf" srcId="{739E3F0C-968B-4A91-81F2-6CFC1C0A2808}" destId="{4B0BC783-AF91-49A0-A3C9-D6B3D5CC36AA}" srcOrd="1" destOrd="0" presId="urn:microsoft.com/office/officeart/2018/2/layout/IconVerticalSolidList"/>
    <dgm:cxn modelId="{1DDF5055-74C6-4780-B88F-2144EC5E070D}" type="presParOf" srcId="{739E3F0C-968B-4A91-81F2-6CFC1C0A2808}" destId="{5175B925-7445-4EEE-B4B9-002BB0243F0B}" srcOrd="2" destOrd="0" presId="urn:microsoft.com/office/officeart/2018/2/layout/IconVerticalSolidList"/>
    <dgm:cxn modelId="{226B73D5-B883-42D0-811C-31904DDEB87F}" type="presParOf" srcId="{739E3F0C-968B-4A91-81F2-6CFC1C0A2808}" destId="{657C4AAC-6A72-4C89-847B-E4A368D81206}" srcOrd="3" destOrd="0" presId="urn:microsoft.com/office/officeart/2018/2/layout/IconVerticalSolidList"/>
    <dgm:cxn modelId="{17F346D0-75C0-4F9E-9E38-C6982F9658BC}" type="presParOf" srcId="{7C293A27-B7C2-4FBC-B93D-5F7DC0089E3F}" destId="{3F3C6A75-119E-4CDA-B4C3-21D98D2FF3B8}" srcOrd="1" destOrd="0" presId="urn:microsoft.com/office/officeart/2018/2/layout/IconVerticalSolidList"/>
    <dgm:cxn modelId="{9451CA83-027F-4192-9443-625E014CED39}" type="presParOf" srcId="{7C293A27-B7C2-4FBC-B93D-5F7DC0089E3F}" destId="{C196FBF2-8795-465D-B91A-BE52C1135F2B}" srcOrd="2" destOrd="0" presId="urn:microsoft.com/office/officeart/2018/2/layout/IconVerticalSolidList"/>
    <dgm:cxn modelId="{3710EDE1-D2A6-4BA6-84DA-581C3D8436CD}" type="presParOf" srcId="{C196FBF2-8795-465D-B91A-BE52C1135F2B}" destId="{2C62D7BC-ECBE-43A6-BCD2-7F8226CEFA01}" srcOrd="0" destOrd="0" presId="urn:microsoft.com/office/officeart/2018/2/layout/IconVerticalSolidList"/>
    <dgm:cxn modelId="{B23B8BF8-1979-4AF1-B5A3-90C6D1AC4968}" type="presParOf" srcId="{C196FBF2-8795-465D-B91A-BE52C1135F2B}" destId="{FF14BF95-2D62-49F1-B462-53564C4478B9}" srcOrd="1" destOrd="0" presId="urn:microsoft.com/office/officeart/2018/2/layout/IconVerticalSolidList"/>
    <dgm:cxn modelId="{90E2CB80-29DD-4E5B-B532-8C9483C57C2B}" type="presParOf" srcId="{C196FBF2-8795-465D-B91A-BE52C1135F2B}" destId="{AB1A8D34-B978-4D70-AB66-121316F2B095}" srcOrd="2" destOrd="0" presId="urn:microsoft.com/office/officeart/2018/2/layout/IconVerticalSolidList"/>
    <dgm:cxn modelId="{76553031-1EF0-4EDD-B50D-8AA21D05D6E2}" type="presParOf" srcId="{C196FBF2-8795-465D-B91A-BE52C1135F2B}" destId="{18331222-F8FA-4AB0-A0FA-FE49C5B067B2}" srcOrd="3" destOrd="0" presId="urn:microsoft.com/office/officeart/2018/2/layout/IconVerticalSolidList"/>
    <dgm:cxn modelId="{1358BFD3-112B-4BDB-9AA5-2E94CD1E7D02}" type="presParOf" srcId="{7C293A27-B7C2-4FBC-B93D-5F7DC0089E3F}" destId="{2F3A14B8-1F71-4963-92A4-A5575DDA1009}" srcOrd="3" destOrd="0" presId="urn:microsoft.com/office/officeart/2018/2/layout/IconVerticalSolidList"/>
    <dgm:cxn modelId="{6C3FB03C-E588-46E9-B756-D6A6E1BAB562}" type="presParOf" srcId="{7C293A27-B7C2-4FBC-B93D-5F7DC0089E3F}" destId="{CE38E188-537B-4E81-8BBD-35CFA2E88709}" srcOrd="4" destOrd="0" presId="urn:microsoft.com/office/officeart/2018/2/layout/IconVerticalSolidList"/>
    <dgm:cxn modelId="{29061351-DC49-467F-8477-67628465E577}" type="presParOf" srcId="{CE38E188-537B-4E81-8BBD-35CFA2E88709}" destId="{74658700-6E8B-40C2-B748-DC285D3FC25B}" srcOrd="0" destOrd="0" presId="urn:microsoft.com/office/officeart/2018/2/layout/IconVerticalSolidList"/>
    <dgm:cxn modelId="{49F96986-B28A-4F5F-B5A7-02BAC13B25C2}" type="presParOf" srcId="{CE38E188-537B-4E81-8BBD-35CFA2E88709}" destId="{D8D83AE3-1754-4A5D-800A-AB3A634F814B}" srcOrd="1" destOrd="0" presId="urn:microsoft.com/office/officeart/2018/2/layout/IconVerticalSolidList"/>
    <dgm:cxn modelId="{83BD6982-BCD5-4710-ABDE-0ED97A5761FC}" type="presParOf" srcId="{CE38E188-537B-4E81-8BBD-35CFA2E88709}" destId="{CA91A129-4DEF-41E3-A7A0-CA105EA7F861}" srcOrd="2" destOrd="0" presId="urn:microsoft.com/office/officeart/2018/2/layout/IconVerticalSolidList"/>
    <dgm:cxn modelId="{11F774E4-3D09-401E-9A8A-709F6CF3AFB6}" type="presParOf" srcId="{CE38E188-537B-4E81-8BBD-35CFA2E88709}" destId="{D8297273-26AC-4C4C-80BD-607113C6E089}" srcOrd="3" destOrd="0" presId="urn:microsoft.com/office/officeart/2018/2/layout/IconVerticalSolidList"/>
    <dgm:cxn modelId="{B7FCB83D-153E-411F-91ED-60DF781A4706}" type="presParOf" srcId="{7C293A27-B7C2-4FBC-B93D-5F7DC0089E3F}" destId="{285530CA-FEC3-424C-B736-43D3746E3B1B}" srcOrd="5" destOrd="0" presId="urn:microsoft.com/office/officeart/2018/2/layout/IconVerticalSolidList"/>
    <dgm:cxn modelId="{CE7F1DDE-4C5C-4050-AE5B-FB97038BD801}" type="presParOf" srcId="{7C293A27-B7C2-4FBC-B93D-5F7DC0089E3F}" destId="{CB5BA2A9-1AEB-4273-9835-0B933BC42AFC}" srcOrd="6" destOrd="0" presId="urn:microsoft.com/office/officeart/2018/2/layout/IconVerticalSolidList"/>
    <dgm:cxn modelId="{6BA3FA69-7FD9-4826-AB88-5DA09BA67ABD}" type="presParOf" srcId="{CB5BA2A9-1AEB-4273-9835-0B933BC42AFC}" destId="{A8EBC081-14E1-4E45-89FA-53F20F88F400}" srcOrd="0" destOrd="0" presId="urn:microsoft.com/office/officeart/2018/2/layout/IconVerticalSolidList"/>
    <dgm:cxn modelId="{3573B068-8C46-442D-9C27-97EB776D2317}" type="presParOf" srcId="{CB5BA2A9-1AEB-4273-9835-0B933BC42AFC}" destId="{4DBD6EB6-A4A8-4DF2-B743-B19F157AF111}" srcOrd="1" destOrd="0" presId="urn:microsoft.com/office/officeart/2018/2/layout/IconVerticalSolidList"/>
    <dgm:cxn modelId="{600CE6EF-3116-473B-8194-973E4155D90A}" type="presParOf" srcId="{CB5BA2A9-1AEB-4273-9835-0B933BC42AFC}" destId="{F6A4FCEF-3DAA-4372-AAD4-38766FDBF204}" srcOrd="2" destOrd="0" presId="urn:microsoft.com/office/officeart/2018/2/layout/IconVerticalSolidList"/>
    <dgm:cxn modelId="{F58C9E25-477E-4F68-8D96-95CEBEF828BC}" type="presParOf" srcId="{CB5BA2A9-1AEB-4273-9835-0B933BC42AFC}" destId="{F2E558CC-46D4-4CFC-8F80-766742371B5B}" srcOrd="3" destOrd="0" presId="urn:microsoft.com/office/officeart/2018/2/layout/IconVerticalSolidList"/>
    <dgm:cxn modelId="{C0A98B92-228F-4BDA-921C-E311221CD7B5}" type="presParOf" srcId="{7C293A27-B7C2-4FBC-B93D-5F7DC0089E3F}" destId="{24F4C861-3904-4796-89E0-67A449105E37}" srcOrd="7" destOrd="0" presId="urn:microsoft.com/office/officeart/2018/2/layout/IconVerticalSolidList"/>
    <dgm:cxn modelId="{5713958D-B75B-4300-B310-AA5ADE04F2F8}" type="presParOf" srcId="{7C293A27-B7C2-4FBC-B93D-5F7DC0089E3F}" destId="{ED8CDAE0-9796-4F13-B97A-A5B9FA125855}" srcOrd="8" destOrd="0" presId="urn:microsoft.com/office/officeart/2018/2/layout/IconVerticalSolidList"/>
    <dgm:cxn modelId="{EB88CB88-295A-4269-A655-BB380BC7E3B3}" type="presParOf" srcId="{ED8CDAE0-9796-4F13-B97A-A5B9FA125855}" destId="{5D50E8DC-149B-40DE-8D16-97E656E5DA79}" srcOrd="0" destOrd="0" presId="urn:microsoft.com/office/officeart/2018/2/layout/IconVerticalSolidList"/>
    <dgm:cxn modelId="{742901FB-3CDF-419A-83B2-1A73DBF94508}" type="presParOf" srcId="{ED8CDAE0-9796-4F13-B97A-A5B9FA125855}" destId="{4C830B6E-11DC-47E1-9526-F548BF43F1B2}" srcOrd="1" destOrd="0" presId="urn:microsoft.com/office/officeart/2018/2/layout/IconVerticalSolidList"/>
    <dgm:cxn modelId="{354EDBC2-2284-4C16-9756-2CB7EC3D1C68}" type="presParOf" srcId="{ED8CDAE0-9796-4F13-B97A-A5B9FA125855}" destId="{C376DC1D-0DE3-4C31-B45F-89D2256B0759}" srcOrd="2" destOrd="0" presId="urn:microsoft.com/office/officeart/2018/2/layout/IconVerticalSolidList"/>
    <dgm:cxn modelId="{36F991D5-E37B-4D4E-8001-F5B077570186}" type="presParOf" srcId="{ED8CDAE0-9796-4F13-B97A-A5B9FA125855}" destId="{B6BD6753-42AA-43A3-8565-0008AA14AB7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D84FD4-B8A3-48C6-94E4-45D5E62D12A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A4AEDE1-9FDF-4EEF-A5F1-A4CFBAFD99B6}">
      <dgm:prSet custT="1"/>
      <dgm:spPr/>
      <dgm:t>
        <a:bodyPr/>
        <a:lstStyle/>
        <a:p>
          <a:r>
            <a:rPr lang="en-US" sz="2000"/>
            <a:t>Based on the contextual analysis, clearly articulate the problem or need to be addressed. </a:t>
          </a:r>
        </a:p>
      </dgm:t>
    </dgm:pt>
    <dgm:pt modelId="{224876F9-952D-41E0-B4AE-13A679F3E9E9}" type="parTrans" cxnId="{3E7CB60A-BC71-41BD-B09F-6F65CA05A11C}">
      <dgm:prSet/>
      <dgm:spPr/>
      <dgm:t>
        <a:bodyPr/>
        <a:lstStyle/>
        <a:p>
          <a:endParaRPr lang="en-US" sz="2000"/>
        </a:p>
      </dgm:t>
    </dgm:pt>
    <dgm:pt modelId="{C9B470AF-270E-4DD5-A28E-92CDBEAA0476}" type="sibTrans" cxnId="{3E7CB60A-BC71-41BD-B09F-6F65CA05A11C}">
      <dgm:prSet/>
      <dgm:spPr/>
      <dgm:t>
        <a:bodyPr/>
        <a:lstStyle/>
        <a:p>
          <a:endParaRPr lang="en-US" sz="2000"/>
        </a:p>
      </dgm:t>
    </dgm:pt>
    <dgm:pt modelId="{5A47F1B7-6BCD-41FB-B5BF-C376A824FDC4}">
      <dgm:prSet custT="1"/>
      <dgm:spPr/>
      <dgm:t>
        <a:bodyPr/>
        <a:lstStyle/>
        <a:p>
          <a:r>
            <a:rPr lang="en-US" sz="2000" dirty="0"/>
            <a:t>Engage in discussions with relevant stakeholders to gain diverse perspectives and insights. </a:t>
          </a:r>
        </a:p>
      </dgm:t>
    </dgm:pt>
    <dgm:pt modelId="{F3CB67C6-18F7-4337-9A68-E25537898211}" type="parTrans" cxnId="{7BF01E1F-9F34-4BF8-A885-A568400E85FF}">
      <dgm:prSet/>
      <dgm:spPr/>
      <dgm:t>
        <a:bodyPr/>
        <a:lstStyle/>
        <a:p>
          <a:endParaRPr lang="en-US" sz="2000"/>
        </a:p>
      </dgm:t>
    </dgm:pt>
    <dgm:pt modelId="{1CB70796-CB64-4E82-AB66-8F225FA8AF84}" type="sibTrans" cxnId="{7BF01E1F-9F34-4BF8-A885-A568400E85FF}">
      <dgm:prSet/>
      <dgm:spPr/>
      <dgm:t>
        <a:bodyPr/>
        <a:lstStyle/>
        <a:p>
          <a:endParaRPr lang="en-US" sz="2000"/>
        </a:p>
      </dgm:t>
    </dgm:pt>
    <dgm:pt modelId="{0CD9A338-7B78-4BEB-B2E3-30F0E0688DA8}">
      <dgm:prSet custT="1"/>
      <dgm:spPr/>
      <dgm:t>
        <a:bodyPr/>
        <a:lstStyle/>
        <a:p>
          <a:r>
            <a:rPr lang="en-US" sz="2000"/>
            <a:t>Identify the root causes, potential consequences, and interconnections of the problem or need. </a:t>
          </a:r>
        </a:p>
      </dgm:t>
    </dgm:pt>
    <dgm:pt modelId="{5D4F048C-5B6B-4367-9062-43CF480A1622}" type="parTrans" cxnId="{221EC54A-C751-4B2E-AF1E-5153F038A1A8}">
      <dgm:prSet/>
      <dgm:spPr/>
      <dgm:t>
        <a:bodyPr/>
        <a:lstStyle/>
        <a:p>
          <a:endParaRPr lang="en-US" sz="2000"/>
        </a:p>
      </dgm:t>
    </dgm:pt>
    <dgm:pt modelId="{0C236C77-7B9B-4254-B27A-542B62EB7EE0}" type="sibTrans" cxnId="{221EC54A-C751-4B2E-AF1E-5153F038A1A8}">
      <dgm:prSet/>
      <dgm:spPr/>
      <dgm:t>
        <a:bodyPr/>
        <a:lstStyle/>
        <a:p>
          <a:endParaRPr lang="en-US" sz="2000"/>
        </a:p>
      </dgm:t>
    </dgm:pt>
    <dgm:pt modelId="{378E2DAA-0CC5-46D6-BACA-43AF4244C265}">
      <dgm:prSet custT="1"/>
      <dgm:spPr/>
      <dgm:t>
        <a:bodyPr/>
        <a:lstStyle/>
        <a:p>
          <a:r>
            <a:rPr lang="en-US" sz="2000"/>
            <a:t>Establish the scope, objectives, and success criteria for the CSW effort. </a:t>
          </a:r>
        </a:p>
      </dgm:t>
    </dgm:pt>
    <dgm:pt modelId="{48C1FEE0-C74C-4263-9651-A11282DD5241}" type="parTrans" cxnId="{DD4560B1-30F6-487D-8AE2-F36156CA8457}">
      <dgm:prSet/>
      <dgm:spPr/>
      <dgm:t>
        <a:bodyPr/>
        <a:lstStyle/>
        <a:p>
          <a:endParaRPr lang="en-US" sz="2000"/>
        </a:p>
      </dgm:t>
    </dgm:pt>
    <dgm:pt modelId="{C1A1C908-7BFA-479B-BD67-6C570DA880BE}" type="sibTrans" cxnId="{DD4560B1-30F6-487D-8AE2-F36156CA8457}">
      <dgm:prSet/>
      <dgm:spPr/>
      <dgm:t>
        <a:bodyPr/>
        <a:lstStyle/>
        <a:p>
          <a:endParaRPr lang="en-US" sz="2000"/>
        </a:p>
      </dgm:t>
    </dgm:pt>
    <dgm:pt modelId="{B5F1E6A6-B343-4D4C-9718-56AF206C3F63}">
      <dgm:prSet custT="1"/>
      <dgm:spPr/>
      <dgm:t>
        <a:bodyPr/>
        <a:lstStyle/>
        <a:p>
          <a:r>
            <a:rPr lang="en-US" sz="2000"/>
            <a:t>Document the problem or need statement and seek validation from key stakeholders.</a:t>
          </a:r>
        </a:p>
      </dgm:t>
    </dgm:pt>
    <dgm:pt modelId="{8532A113-7E33-4AFF-A149-3C7DE4EE41EF}" type="parTrans" cxnId="{28290613-C92C-4A68-8717-04E51AE67B88}">
      <dgm:prSet/>
      <dgm:spPr/>
      <dgm:t>
        <a:bodyPr/>
        <a:lstStyle/>
        <a:p>
          <a:endParaRPr lang="en-US" sz="2000"/>
        </a:p>
      </dgm:t>
    </dgm:pt>
    <dgm:pt modelId="{EDEFAF4F-C625-4051-9FEE-BEC980073B81}" type="sibTrans" cxnId="{28290613-C92C-4A68-8717-04E51AE67B88}">
      <dgm:prSet/>
      <dgm:spPr/>
      <dgm:t>
        <a:bodyPr/>
        <a:lstStyle/>
        <a:p>
          <a:endParaRPr lang="en-US" sz="2000"/>
        </a:p>
      </dgm:t>
    </dgm:pt>
    <dgm:pt modelId="{70B3C620-D386-42CC-B49E-13907EB990CF}" type="pres">
      <dgm:prSet presAssocID="{F3D84FD4-B8A3-48C6-94E4-45D5E62D12AC}" presName="root" presStyleCnt="0">
        <dgm:presLayoutVars>
          <dgm:dir/>
          <dgm:resizeHandles val="exact"/>
        </dgm:presLayoutVars>
      </dgm:prSet>
      <dgm:spPr/>
    </dgm:pt>
    <dgm:pt modelId="{5B2542A5-F19F-402D-99B2-34389A93B8B4}" type="pres">
      <dgm:prSet presAssocID="{9A4AEDE1-9FDF-4EEF-A5F1-A4CFBAFD99B6}" presName="compNode" presStyleCnt="0"/>
      <dgm:spPr/>
    </dgm:pt>
    <dgm:pt modelId="{70A1856F-E58E-4F8E-8325-21C9964F0004}" type="pres">
      <dgm:prSet presAssocID="{9A4AEDE1-9FDF-4EEF-A5F1-A4CFBAFD99B6}" presName="bgRect" presStyleLbl="bgShp" presStyleIdx="0" presStyleCnt="5"/>
      <dgm:spPr/>
    </dgm:pt>
    <dgm:pt modelId="{3FD7CF97-88C7-4D2C-A80D-8D4C81284FC1}" type="pres">
      <dgm:prSet presAssocID="{9A4AEDE1-9FDF-4EEF-A5F1-A4CFBAFD99B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ye"/>
        </a:ext>
      </dgm:extLst>
    </dgm:pt>
    <dgm:pt modelId="{24651EB5-456E-426F-AACA-A54CF88B6B30}" type="pres">
      <dgm:prSet presAssocID="{9A4AEDE1-9FDF-4EEF-A5F1-A4CFBAFD99B6}" presName="spaceRect" presStyleCnt="0"/>
      <dgm:spPr/>
    </dgm:pt>
    <dgm:pt modelId="{CEBFF281-C74F-49D7-A568-EE83ACE20751}" type="pres">
      <dgm:prSet presAssocID="{9A4AEDE1-9FDF-4EEF-A5F1-A4CFBAFD99B6}" presName="parTx" presStyleLbl="revTx" presStyleIdx="0" presStyleCnt="5">
        <dgm:presLayoutVars>
          <dgm:chMax val="0"/>
          <dgm:chPref val="0"/>
        </dgm:presLayoutVars>
      </dgm:prSet>
      <dgm:spPr/>
    </dgm:pt>
    <dgm:pt modelId="{BAC39784-1220-4FE6-B287-47AB34001BB5}" type="pres">
      <dgm:prSet presAssocID="{C9B470AF-270E-4DD5-A28E-92CDBEAA0476}" presName="sibTrans" presStyleCnt="0"/>
      <dgm:spPr/>
    </dgm:pt>
    <dgm:pt modelId="{D6C66091-7166-4E62-8B1C-91A46DDBC178}" type="pres">
      <dgm:prSet presAssocID="{5A47F1B7-6BCD-41FB-B5BF-C376A824FDC4}" presName="compNode" presStyleCnt="0"/>
      <dgm:spPr/>
    </dgm:pt>
    <dgm:pt modelId="{7056AA60-7C6A-4A79-BE88-C2AE7FD0CA01}" type="pres">
      <dgm:prSet presAssocID="{5A47F1B7-6BCD-41FB-B5BF-C376A824FDC4}" presName="bgRect" presStyleLbl="bgShp" presStyleIdx="1" presStyleCnt="5"/>
      <dgm:spPr/>
    </dgm:pt>
    <dgm:pt modelId="{A438B0CF-7A2C-4E95-88B7-FB85A8027E02}" type="pres">
      <dgm:prSet presAssocID="{5A47F1B7-6BCD-41FB-B5BF-C376A824FDC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Brainstorm"/>
        </a:ext>
      </dgm:extLst>
    </dgm:pt>
    <dgm:pt modelId="{114E4563-FAE1-433F-B9EB-02127176A3F0}" type="pres">
      <dgm:prSet presAssocID="{5A47F1B7-6BCD-41FB-B5BF-C376A824FDC4}" presName="spaceRect" presStyleCnt="0"/>
      <dgm:spPr/>
    </dgm:pt>
    <dgm:pt modelId="{97B0C61E-8B2C-45A1-BDD0-03D182BC904B}" type="pres">
      <dgm:prSet presAssocID="{5A47F1B7-6BCD-41FB-B5BF-C376A824FDC4}" presName="parTx" presStyleLbl="revTx" presStyleIdx="1" presStyleCnt="5">
        <dgm:presLayoutVars>
          <dgm:chMax val="0"/>
          <dgm:chPref val="0"/>
        </dgm:presLayoutVars>
      </dgm:prSet>
      <dgm:spPr/>
    </dgm:pt>
    <dgm:pt modelId="{8698DAC7-FF56-4E8D-855A-1B57E5F61D46}" type="pres">
      <dgm:prSet presAssocID="{1CB70796-CB64-4E82-AB66-8F225FA8AF84}" presName="sibTrans" presStyleCnt="0"/>
      <dgm:spPr/>
    </dgm:pt>
    <dgm:pt modelId="{B6F6D831-898D-4CFA-8D00-37D24E5F59A6}" type="pres">
      <dgm:prSet presAssocID="{0CD9A338-7B78-4BEB-B2E3-30F0E0688DA8}" presName="compNode" presStyleCnt="0"/>
      <dgm:spPr/>
    </dgm:pt>
    <dgm:pt modelId="{0B38799C-4D88-464F-BC72-882565DEE5A9}" type="pres">
      <dgm:prSet presAssocID="{0CD9A338-7B78-4BEB-B2E3-30F0E0688DA8}" presName="bgRect" presStyleLbl="bgShp" presStyleIdx="2" presStyleCnt="5"/>
      <dgm:spPr/>
    </dgm:pt>
    <dgm:pt modelId="{E7CCBB97-E07F-44A3-B0AC-D922E26D127E}" type="pres">
      <dgm:prSet presAssocID="{0CD9A338-7B78-4BEB-B2E3-30F0E0688DA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gh Voltage"/>
        </a:ext>
      </dgm:extLst>
    </dgm:pt>
    <dgm:pt modelId="{C455094C-E7AD-42B1-9D2A-D015DDBECAAC}" type="pres">
      <dgm:prSet presAssocID="{0CD9A338-7B78-4BEB-B2E3-30F0E0688DA8}" presName="spaceRect" presStyleCnt="0"/>
      <dgm:spPr/>
    </dgm:pt>
    <dgm:pt modelId="{56F412E1-76F2-4D5F-A7DD-ABE8849C805E}" type="pres">
      <dgm:prSet presAssocID="{0CD9A338-7B78-4BEB-B2E3-30F0E0688DA8}" presName="parTx" presStyleLbl="revTx" presStyleIdx="2" presStyleCnt="5">
        <dgm:presLayoutVars>
          <dgm:chMax val="0"/>
          <dgm:chPref val="0"/>
        </dgm:presLayoutVars>
      </dgm:prSet>
      <dgm:spPr/>
    </dgm:pt>
    <dgm:pt modelId="{A2FA2369-F063-4E33-AAA8-0396F4F1AD07}" type="pres">
      <dgm:prSet presAssocID="{0C236C77-7B9B-4254-B27A-542B62EB7EE0}" presName="sibTrans" presStyleCnt="0"/>
      <dgm:spPr/>
    </dgm:pt>
    <dgm:pt modelId="{92C3170F-ED2A-4C36-BDF7-E123B154B590}" type="pres">
      <dgm:prSet presAssocID="{378E2DAA-0CC5-46D6-BACA-43AF4244C265}" presName="compNode" presStyleCnt="0"/>
      <dgm:spPr/>
    </dgm:pt>
    <dgm:pt modelId="{AF3FEF7A-E004-4CBF-BEFC-A725E3E4501A}" type="pres">
      <dgm:prSet presAssocID="{378E2DAA-0CC5-46D6-BACA-43AF4244C265}" presName="bgRect" presStyleLbl="bgShp" presStyleIdx="3" presStyleCnt="5"/>
      <dgm:spPr/>
    </dgm:pt>
    <dgm:pt modelId="{493928DA-366E-41E4-960E-116268A9F9AC}" type="pres">
      <dgm:prSet presAssocID="{378E2DAA-0CC5-46D6-BACA-43AF4244C26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ext>
      </dgm:extLst>
    </dgm:pt>
    <dgm:pt modelId="{23D65573-323E-4CB3-BE40-5A9A13D586DA}" type="pres">
      <dgm:prSet presAssocID="{378E2DAA-0CC5-46D6-BACA-43AF4244C265}" presName="spaceRect" presStyleCnt="0"/>
      <dgm:spPr/>
    </dgm:pt>
    <dgm:pt modelId="{DF7901A0-F5E7-4296-874C-AAE6FB33523C}" type="pres">
      <dgm:prSet presAssocID="{378E2DAA-0CC5-46D6-BACA-43AF4244C265}" presName="parTx" presStyleLbl="revTx" presStyleIdx="3" presStyleCnt="5">
        <dgm:presLayoutVars>
          <dgm:chMax val="0"/>
          <dgm:chPref val="0"/>
        </dgm:presLayoutVars>
      </dgm:prSet>
      <dgm:spPr/>
    </dgm:pt>
    <dgm:pt modelId="{4004785E-F6EF-4CEE-8DE1-C1008502CC21}" type="pres">
      <dgm:prSet presAssocID="{C1A1C908-7BFA-479B-BD67-6C570DA880BE}" presName="sibTrans" presStyleCnt="0"/>
      <dgm:spPr/>
    </dgm:pt>
    <dgm:pt modelId="{7A5BE347-82E7-42E8-AC38-E2DDA5203E03}" type="pres">
      <dgm:prSet presAssocID="{B5F1E6A6-B343-4D4C-9718-56AF206C3F63}" presName="compNode" presStyleCnt="0"/>
      <dgm:spPr/>
    </dgm:pt>
    <dgm:pt modelId="{CBD90802-357F-4E5E-B34C-2355E6155762}" type="pres">
      <dgm:prSet presAssocID="{B5F1E6A6-B343-4D4C-9718-56AF206C3F63}" presName="bgRect" presStyleLbl="bgShp" presStyleIdx="4" presStyleCnt="5"/>
      <dgm:spPr/>
    </dgm:pt>
    <dgm:pt modelId="{30A64C3D-44EA-4107-A523-125F1B2066B1}" type="pres">
      <dgm:prSet presAssocID="{B5F1E6A6-B343-4D4C-9718-56AF206C3F6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366EA7C4-B8B9-4C34-AED1-5F7F79470DC3}" type="pres">
      <dgm:prSet presAssocID="{B5F1E6A6-B343-4D4C-9718-56AF206C3F63}" presName="spaceRect" presStyleCnt="0"/>
      <dgm:spPr/>
    </dgm:pt>
    <dgm:pt modelId="{ADF51761-C643-455F-9401-C54342BA35E2}" type="pres">
      <dgm:prSet presAssocID="{B5F1E6A6-B343-4D4C-9718-56AF206C3F63}" presName="parTx" presStyleLbl="revTx" presStyleIdx="4" presStyleCnt="5">
        <dgm:presLayoutVars>
          <dgm:chMax val="0"/>
          <dgm:chPref val="0"/>
        </dgm:presLayoutVars>
      </dgm:prSet>
      <dgm:spPr/>
    </dgm:pt>
  </dgm:ptLst>
  <dgm:cxnLst>
    <dgm:cxn modelId="{3E7CB60A-BC71-41BD-B09F-6F65CA05A11C}" srcId="{F3D84FD4-B8A3-48C6-94E4-45D5E62D12AC}" destId="{9A4AEDE1-9FDF-4EEF-A5F1-A4CFBAFD99B6}" srcOrd="0" destOrd="0" parTransId="{224876F9-952D-41E0-B4AE-13A679F3E9E9}" sibTransId="{C9B470AF-270E-4DD5-A28E-92CDBEAA0476}"/>
    <dgm:cxn modelId="{72F2BF0A-F609-462B-BD8E-AC6F8CE8534E}" type="presOf" srcId="{5A47F1B7-6BCD-41FB-B5BF-C376A824FDC4}" destId="{97B0C61E-8B2C-45A1-BDD0-03D182BC904B}" srcOrd="0" destOrd="0" presId="urn:microsoft.com/office/officeart/2018/2/layout/IconVerticalSolidList"/>
    <dgm:cxn modelId="{28290613-C92C-4A68-8717-04E51AE67B88}" srcId="{F3D84FD4-B8A3-48C6-94E4-45D5E62D12AC}" destId="{B5F1E6A6-B343-4D4C-9718-56AF206C3F63}" srcOrd="4" destOrd="0" parTransId="{8532A113-7E33-4AFF-A149-3C7DE4EE41EF}" sibTransId="{EDEFAF4F-C625-4051-9FEE-BEC980073B81}"/>
    <dgm:cxn modelId="{7BF01E1F-9F34-4BF8-A885-A568400E85FF}" srcId="{F3D84FD4-B8A3-48C6-94E4-45D5E62D12AC}" destId="{5A47F1B7-6BCD-41FB-B5BF-C376A824FDC4}" srcOrd="1" destOrd="0" parTransId="{F3CB67C6-18F7-4337-9A68-E25537898211}" sibTransId="{1CB70796-CB64-4E82-AB66-8F225FA8AF84}"/>
    <dgm:cxn modelId="{221EC54A-C751-4B2E-AF1E-5153F038A1A8}" srcId="{F3D84FD4-B8A3-48C6-94E4-45D5E62D12AC}" destId="{0CD9A338-7B78-4BEB-B2E3-30F0E0688DA8}" srcOrd="2" destOrd="0" parTransId="{5D4F048C-5B6B-4367-9062-43CF480A1622}" sibTransId="{0C236C77-7B9B-4254-B27A-542B62EB7EE0}"/>
    <dgm:cxn modelId="{61871D53-10C0-4016-94AE-4C0309ADD19B}" type="presOf" srcId="{9A4AEDE1-9FDF-4EEF-A5F1-A4CFBAFD99B6}" destId="{CEBFF281-C74F-49D7-A568-EE83ACE20751}" srcOrd="0" destOrd="0" presId="urn:microsoft.com/office/officeart/2018/2/layout/IconVerticalSolidList"/>
    <dgm:cxn modelId="{1AD0D38B-651D-4874-AF03-DCC83BF0BF7B}" type="presOf" srcId="{0CD9A338-7B78-4BEB-B2E3-30F0E0688DA8}" destId="{56F412E1-76F2-4D5F-A7DD-ABE8849C805E}" srcOrd="0" destOrd="0" presId="urn:microsoft.com/office/officeart/2018/2/layout/IconVerticalSolidList"/>
    <dgm:cxn modelId="{DB4E7290-1501-4591-B929-1D2D590F30FD}" type="presOf" srcId="{378E2DAA-0CC5-46D6-BACA-43AF4244C265}" destId="{DF7901A0-F5E7-4296-874C-AAE6FB33523C}" srcOrd="0" destOrd="0" presId="urn:microsoft.com/office/officeart/2018/2/layout/IconVerticalSolidList"/>
    <dgm:cxn modelId="{3A666BA7-4998-46A6-BCD4-1C9D57FD8661}" type="presOf" srcId="{B5F1E6A6-B343-4D4C-9718-56AF206C3F63}" destId="{ADF51761-C643-455F-9401-C54342BA35E2}" srcOrd="0" destOrd="0" presId="urn:microsoft.com/office/officeart/2018/2/layout/IconVerticalSolidList"/>
    <dgm:cxn modelId="{DD4560B1-30F6-487D-8AE2-F36156CA8457}" srcId="{F3D84FD4-B8A3-48C6-94E4-45D5E62D12AC}" destId="{378E2DAA-0CC5-46D6-BACA-43AF4244C265}" srcOrd="3" destOrd="0" parTransId="{48C1FEE0-C74C-4263-9651-A11282DD5241}" sibTransId="{C1A1C908-7BFA-479B-BD67-6C570DA880BE}"/>
    <dgm:cxn modelId="{D433B0E7-1C02-44A5-8CBD-50CA5F75C5ED}" type="presOf" srcId="{F3D84FD4-B8A3-48C6-94E4-45D5E62D12AC}" destId="{70B3C620-D386-42CC-B49E-13907EB990CF}" srcOrd="0" destOrd="0" presId="urn:microsoft.com/office/officeart/2018/2/layout/IconVerticalSolidList"/>
    <dgm:cxn modelId="{2A091021-A839-4EA0-864F-71D1AEB591DD}" type="presParOf" srcId="{70B3C620-D386-42CC-B49E-13907EB990CF}" destId="{5B2542A5-F19F-402D-99B2-34389A93B8B4}" srcOrd="0" destOrd="0" presId="urn:microsoft.com/office/officeart/2018/2/layout/IconVerticalSolidList"/>
    <dgm:cxn modelId="{A5EFAF57-8EA8-4F50-8551-1F497DB2C36B}" type="presParOf" srcId="{5B2542A5-F19F-402D-99B2-34389A93B8B4}" destId="{70A1856F-E58E-4F8E-8325-21C9964F0004}" srcOrd="0" destOrd="0" presId="urn:microsoft.com/office/officeart/2018/2/layout/IconVerticalSolidList"/>
    <dgm:cxn modelId="{5CE89AEE-F41C-4DE3-8DED-B0A58F6E4A15}" type="presParOf" srcId="{5B2542A5-F19F-402D-99B2-34389A93B8B4}" destId="{3FD7CF97-88C7-4D2C-A80D-8D4C81284FC1}" srcOrd="1" destOrd="0" presId="urn:microsoft.com/office/officeart/2018/2/layout/IconVerticalSolidList"/>
    <dgm:cxn modelId="{36C73A51-441C-4B5E-A613-0DAD4475BA6E}" type="presParOf" srcId="{5B2542A5-F19F-402D-99B2-34389A93B8B4}" destId="{24651EB5-456E-426F-AACA-A54CF88B6B30}" srcOrd="2" destOrd="0" presId="urn:microsoft.com/office/officeart/2018/2/layout/IconVerticalSolidList"/>
    <dgm:cxn modelId="{7EC12B5E-6207-42FB-B2FC-C64BC05593AE}" type="presParOf" srcId="{5B2542A5-F19F-402D-99B2-34389A93B8B4}" destId="{CEBFF281-C74F-49D7-A568-EE83ACE20751}" srcOrd="3" destOrd="0" presId="urn:microsoft.com/office/officeart/2018/2/layout/IconVerticalSolidList"/>
    <dgm:cxn modelId="{DA2C0A8B-2F3C-4CDA-932D-B2E2F96ECB42}" type="presParOf" srcId="{70B3C620-D386-42CC-B49E-13907EB990CF}" destId="{BAC39784-1220-4FE6-B287-47AB34001BB5}" srcOrd="1" destOrd="0" presId="urn:microsoft.com/office/officeart/2018/2/layout/IconVerticalSolidList"/>
    <dgm:cxn modelId="{55FCF526-F76D-409A-BE34-D8B9D76C391B}" type="presParOf" srcId="{70B3C620-D386-42CC-B49E-13907EB990CF}" destId="{D6C66091-7166-4E62-8B1C-91A46DDBC178}" srcOrd="2" destOrd="0" presId="urn:microsoft.com/office/officeart/2018/2/layout/IconVerticalSolidList"/>
    <dgm:cxn modelId="{DED41A16-5624-4AF6-886D-9262EC5A37A3}" type="presParOf" srcId="{D6C66091-7166-4E62-8B1C-91A46DDBC178}" destId="{7056AA60-7C6A-4A79-BE88-C2AE7FD0CA01}" srcOrd="0" destOrd="0" presId="urn:microsoft.com/office/officeart/2018/2/layout/IconVerticalSolidList"/>
    <dgm:cxn modelId="{2B603D22-9724-4A4A-9460-EECC54D4FFB5}" type="presParOf" srcId="{D6C66091-7166-4E62-8B1C-91A46DDBC178}" destId="{A438B0CF-7A2C-4E95-88B7-FB85A8027E02}" srcOrd="1" destOrd="0" presId="urn:microsoft.com/office/officeart/2018/2/layout/IconVerticalSolidList"/>
    <dgm:cxn modelId="{86F701A7-156C-4415-B555-64D0214E6A35}" type="presParOf" srcId="{D6C66091-7166-4E62-8B1C-91A46DDBC178}" destId="{114E4563-FAE1-433F-B9EB-02127176A3F0}" srcOrd="2" destOrd="0" presId="urn:microsoft.com/office/officeart/2018/2/layout/IconVerticalSolidList"/>
    <dgm:cxn modelId="{77E8F30B-7497-47B4-801F-4FD7374AB6AF}" type="presParOf" srcId="{D6C66091-7166-4E62-8B1C-91A46DDBC178}" destId="{97B0C61E-8B2C-45A1-BDD0-03D182BC904B}" srcOrd="3" destOrd="0" presId="urn:microsoft.com/office/officeart/2018/2/layout/IconVerticalSolidList"/>
    <dgm:cxn modelId="{894927E3-2166-4F37-AE32-80844D2AAA49}" type="presParOf" srcId="{70B3C620-D386-42CC-B49E-13907EB990CF}" destId="{8698DAC7-FF56-4E8D-855A-1B57E5F61D46}" srcOrd="3" destOrd="0" presId="urn:microsoft.com/office/officeart/2018/2/layout/IconVerticalSolidList"/>
    <dgm:cxn modelId="{EC4E2891-43BB-4876-87BB-1EF1D3EB8308}" type="presParOf" srcId="{70B3C620-D386-42CC-B49E-13907EB990CF}" destId="{B6F6D831-898D-4CFA-8D00-37D24E5F59A6}" srcOrd="4" destOrd="0" presId="urn:microsoft.com/office/officeart/2018/2/layout/IconVerticalSolidList"/>
    <dgm:cxn modelId="{B81BC4AA-4898-40A3-BE6F-8DEDB4379D50}" type="presParOf" srcId="{B6F6D831-898D-4CFA-8D00-37D24E5F59A6}" destId="{0B38799C-4D88-464F-BC72-882565DEE5A9}" srcOrd="0" destOrd="0" presId="urn:microsoft.com/office/officeart/2018/2/layout/IconVerticalSolidList"/>
    <dgm:cxn modelId="{0A62BBA2-B35F-4138-8786-A881260003E3}" type="presParOf" srcId="{B6F6D831-898D-4CFA-8D00-37D24E5F59A6}" destId="{E7CCBB97-E07F-44A3-B0AC-D922E26D127E}" srcOrd="1" destOrd="0" presId="urn:microsoft.com/office/officeart/2018/2/layout/IconVerticalSolidList"/>
    <dgm:cxn modelId="{E13EEE55-E9B2-4F05-9195-F417256F0118}" type="presParOf" srcId="{B6F6D831-898D-4CFA-8D00-37D24E5F59A6}" destId="{C455094C-E7AD-42B1-9D2A-D015DDBECAAC}" srcOrd="2" destOrd="0" presId="urn:microsoft.com/office/officeart/2018/2/layout/IconVerticalSolidList"/>
    <dgm:cxn modelId="{8DBEE0F3-0FCC-40F0-805A-F0152CD39945}" type="presParOf" srcId="{B6F6D831-898D-4CFA-8D00-37D24E5F59A6}" destId="{56F412E1-76F2-4D5F-A7DD-ABE8849C805E}" srcOrd="3" destOrd="0" presId="urn:microsoft.com/office/officeart/2018/2/layout/IconVerticalSolidList"/>
    <dgm:cxn modelId="{8537F883-71CE-44BE-BB53-1E3F389A8152}" type="presParOf" srcId="{70B3C620-D386-42CC-B49E-13907EB990CF}" destId="{A2FA2369-F063-4E33-AAA8-0396F4F1AD07}" srcOrd="5" destOrd="0" presId="urn:microsoft.com/office/officeart/2018/2/layout/IconVerticalSolidList"/>
    <dgm:cxn modelId="{AFEEC179-414D-4069-B623-0494D140853C}" type="presParOf" srcId="{70B3C620-D386-42CC-B49E-13907EB990CF}" destId="{92C3170F-ED2A-4C36-BDF7-E123B154B590}" srcOrd="6" destOrd="0" presId="urn:microsoft.com/office/officeart/2018/2/layout/IconVerticalSolidList"/>
    <dgm:cxn modelId="{C83D01B7-33AF-41B8-A4F7-89FD24EE5131}" type="presParOf" srcId="{92C3170F-ED2A-4C36-BDF7-E123B154B590}" destId="{AF3FEF7A-E004-4CBF-BEFC-A725E3E4501A}" srcOrd="0" destOrd="0" presId="urn:microsoft.com/office/officeart/2018/2/layout/IconVerticalSolidList"/>
    <dgm:cxn modelId="{6B6ED60E-8CC5-45B4-8379-8B018B12BA5F}" type="presParOf" srcId="{92C3170F-ED2A-4C36-BDF7-E123B154B590}" destId="{493928DA-366E-41E4-960E-116268A9F9AC}" srcOrd="1" destOrd="0" presId="urn:microsoft.com/office/officeart/2018/2/layout/IconVerticalSolidList"/>
    <dgm:cxn modelId="{7DEEC5C2-E9F1-42F2-BB06-04001D26AE07}" type="presParOf" srcId="{92C3170F-ED2A-4C36-BDF7-E123B154B590}" destId="{23D65573-323E-4CB3-BE40-5A9A13D586DA}" srcOrd="2" destOrd="0" presId="urn:microsoft.com/office/officeart/2018/2/layout/IconVerticalSolidList"/>
    <dgm:cxn modelId="{A59BBCC9-7006-45B0-8B9A-0C0EE8CDA442}" type="presParOf" srcId="{92C3170F-ED2A-4C36-BDF7-E123B154B590}" destId="{DF7901A0-F5E7-4296-874C-AAE6FB33523C}" srcOrd="3" destOrd="0" presId="urn:microsoft.com/office/officeart/2018/2/layout/IconVerticalSolidList"/>
    <dgm:cxn modelId="{FCE9DCC7-9EED-407F-852F-37FB503F5899}" type="presParOf" srcId="{70B3C620-D386-42CC-B49E-13907EB990CF}" destId="{4004785E-F6EF-4CEE-8DE1-C1008502CC21}" srcOrd="7" destOrd="0" presId="urn:microsoft.com/office/officeart/2018/2/layout/IconVerticalSolidList"/>
    <dgm:cxn modelId="{43DCD723-CD96-4822-A467-91D978B43140}" type="presParOf" srcId="{70B3C620-D386-42CC-B49E-13907EB990CF}" destId="{7A5BE347-82E7-42E8-AC38-E2DDA5203E03}" srcOrd="8" destOrd="0" presId="urn:microsoft.com/office/officeart/2018/2/layout/IconVerticalSolidList"/>
    <dgm:cxn modelId="{4CB50FE4-81E3-47BE-B03B-E3B5AAF193E2}" type="presParOf" srcId="{7A5BE347-82E7-42E8-AC38-E2DDA5203E03}" destId="{CBD90802-357F-4E5E-B34C-2355E6155762}" srcOrd="0" destOrd="0" presId="urn:microsoft.com/office/officeart/2018/2/layout/IconVerticalSolidList"/>
    <dgm:cxn modelId="{87E9C375-B111-41B0-93C4-9EEF667AE283}" type="presParOf" srcId="{7A5BE347-82E7-42E8-AC38-E2DDA5203E03}" destId="{30A64C3D-44EA-4107-A523-125F1B2066B1}" srcOrd="1" destOrd="0" presId="urn:microsoft.com/office/officeart/2018/2/layout/IconVerticalSolidList"/>
    <dgm:cxn modelId="{2D30DE74-6028-40EA-BD95-9A397255B424}" type="presParOf" srcId="{7A5BE347-82E7-42E8-AC38-E2DDA5203E03}" destId="{366EA7C4-B8B9-4C34-AED1-5F7F79470DC3}" srcOrd="2" destOrd="0" presId="urn:microsoft.com/office/officeart/2018/2/layout/IconVerticalSolidList"/>
    <dgm:cxn modelId="{E8AEA6D7-6AEA-47BB-B563-F14F639B70B6}" type="presParOf" srcId="{7A5BE347-82E7-42E8-AC38-E2DDA5203E03}" destId="{ADF51761-C643-455F-9401-C54342BA35E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FBFA4A-1400-4949-BE67-25F1C68420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7E8970-F683-4FF5-B23A-4DB8318C8597}">
      <dgm:prSet custT="1"/>
      <dgm:spPr/>
      <dgm:t>
        <a:bodyPr/>
        <a:lstStyle/>
        <a:p>
          <a:r>
            <a:rPr lang="en-US" sz="2000"/>
            <a:t>Develop a research plan to gather in-depth information and data related to the problem or need. </a:t>
          </a:r>
        </a:p>
      </dgm:t>
    </dgm:pt>
    <dgm:pt modelId="{113F9267-D2BD-4770-9198-527830CF9515}" type="parTrans" cxnId="{D92D6A2D-30CA-4741-85E9-2E60FD5630EE}">
      <dgm:prSet/>
      <dgm:spPr/>
      <dgm:t>
        <a:bodyPr/>
        <a:lstStyle/>
        <a:p>
          <a:endParaRPr lang="en-US" sz="2000"/>
        </a:p>
      </dgm:t>
    </dgm:pt>
    <dgm:pt modelId="{7485FB03-CAF8-4000-9346-876378901215}" type="sibTrans" cxnId="{D92D6A2D-30CA-4741-85E9-2E60FD5630EE}">
      <dgm:prSet/>
      <dgm:spPr/>
      <dgm:t>
        <a:bodyPr/>
        <a:lstStyle/>
        <a:p>
          <a:endParaRPr lang="en-US" sz="2000"/>
        </a:p>
      </dgm:t>
    </dgm:pt>
    <dgm:pt modelId="{88E62CFD-FCAA-48C7-A622-352C7B0331C5}">
      <dgm:prSet custT="1"/>
      <dgm:spPr/>
      <dgm:t>
        <a:bodyPr/>
        <a:lstStyle/>
        <a:p>
          <a:r>
            <a:rPr lang="en-US" sz="2000" dirty="0"/>
            <a:t>Utilize various sources such as government databases, published reports, academic publications, expert inputs, and stakeholder interviews, surveys, and consultations. </a:t>
          </a:r>
        </a:p>
      </dgm:t>
    </dgm:pt>
    <dgm:pt modelId="{09787F44-BADC-43A6-B2B0-55F86706E15A}" type="parTrans" cxnId="{0F75C9E7-5194-4200-B4A0-B322C53543A3}">
      <dgm:prSet/>
      <dgm:spPr/>
      <dgm:t>
        <a:bodyPr/>
        <a:lstStyle/>
        <a:p>
          <a:endParaRPr lang="en-US" sz="2000"/>
        </a:p>
      </dgm:t>
    </dgm:pt>
    <dgm:pt modelId="{E3B5D6CC-BF5D-4508-B82E-AF3A641B7777}" type="sibTrans" cxnId="{0F75C9E7-5194-4200-B4A0-B322C53543A3}">
      <dgm:prSet/>
      <dgm:spPr/>
      <dgm:t>
        <a:bodyPr/>
        <a:lstStyle/>
        <a:p>
          <a:endParaRPr lang="en-US" sz="2000"/>
        </a:p>
      </dgm:t>
    </dgm:pt>
    <dgm:pt modelId="{9832AC8C-D028-4253-8DD5-8D3A76CEBE01}">
      <dgm:prSet custT="1"/>
      <dgm:spPr/>
      <dgm:t>
        <a:bodyPr/>
        <a:lstStyle/>
        <a:p>
          <a:r>
            <a:rPr lang="en-US" sz="2000"/>
            <a:t>Conduct literature reviews, benchmarking studies, and best practice analyses. </a:t>
          </a:r>
        </a:p>
      </dgm:t>
    </dgm:pt>
    <dgm:pt modelId="{49316860-5102-4EB5-878A-D3EF3031C43B}" type="parTrans" cxnId="{1D163C1B-1B59-4EB0-A4E7-7671869FFFE1}">
      <dgm:prSet/>
      <dgm:spPr/>
      <dgm:t>
        <a:bodyPr/>
        <a:lstStyle/>
        <a:p>
          <a:endParaRPr lang="en-US" sz="2000"/>
        </a:p>
      </dgm:t>
    </dgm:pt>
    <dgm:pt modelId="{8560837D-A17F-4F76-980F-CB93D968384B}" type="sibTrans" cxnId="{1D163C1B-1B59-4EB0-A4E7-7671869FFFE1}">
      <dgm:prSet/>
      <dgm:spPr/>
      <dgm:t>
        <a:bodyPr/>
        <a:lstStyle/>
        <a:p>
          <a:endParaRPr lang="en-US" sz="2000"/>
        </a:p>
      </dgm:t>
    </dgm:pt>
    <dgm:pt modelId="{C84C39E5-D5FE-46FF-AA81-E62225BAB13C}">
      <dgm:prSet custT="1"/>
      <dgm:spPr/>
      <dgm:t>
        <a:bodyPr/>
        <a:lstStyle/>
        <a:p>
          <a:r>
            <a:rPr lang="en-US" sz="2000" dirty="0"/>
            <a:t>Identify and fill knowledge gaps through targeted research. </a:t>
          </a:r>
        </a:p>
      </dgm:t>
    </dgm:pt>
    <dgm:pt modelId="{0B1B90C3-3B56-4BA1-AC48-D85A643EAD0D}" type="parTrans" cxnId="{3987F6CE-0012-4B6D-A4A6-404EA1F8C1C3}">
      <dgm:prSet/>
      <dgm:spPr/>
      <dgm:t>
        <a:bodyPr/>
        <a:lstStyle/>
        <a:p>
          <a:endParaRPr lang="en-US" sz="2000"/>
        </a:p>
      </dgm:t>
    </dgm:pt>
    <dgm:pt modelId="{FA4F7991-8F10-429E-8B49-7C14E4084382}" type="sibTrans" cxnId="{3987F6CE-0012-4B6D-A4A6-404EA1F8C1C3}">
      <dgm:prSet/>
      <dgm:spPr/>
      <dgm:t>
        <a:bodyPr/>
        <a:lstStyle/>
        <a:p>
          <a:endParaRPr lang="en-US" sz="2000"/>
        </a:p>
      </dgm:t>
    </dgm:pt>
    <dgm:pt modelId="{DC2578FD-1809-482A-AA33-93D522CBED4A}">
      <dgm:prSet custT="1"/>
      <dgm:spPr/>
      <dgm:t>
        <a:bodyPr/>
        <a:lstStyle/>
        <a:p>
          <a:r>
            <a:rPr lang="en-US" sz="2000" dirty="0"/>
            <a:t>Analyze and synthesize the findings to inform the development of potential solutions.</a:t>
          </a:r>
        </a:p>
      </dgm:t>
    </dgm:pt>
    <dgm:pt modelId="{B80A5EEA-7665-423C-BEF9-58351A4677FB}" type="parTrans" cxnId="{CB160BDB-93D1-4B50-BE15-59CF51DE7ED4}">
      <dgm:prSet/>
      <dgm:spPr/>
      <dgm:t>
        <a:bodyPr/>
        <a:lstStyle/>
        <a:p>
          <a:endParaRPr lang="en-US" sz="2000"/>
        </a:p>
      </dgm:t>
    </dgm:pt>
    <dgm:pt modelId="{BAC740E7-43F1-40CA-915D-6440BF649AED}" type="sibTrans" cxnId="{CB160BDB-93D1-4B50-BE15-59CF51DE7ED4}">
      <dgm:prSet/>
      <dgm:spPr/>
      <dgm:t>
        <a:bodyPr/>
        <a:lstStyle/>
        <a:p>
          <a:endParaRPr lang="en-US" sz="2000"/>
        </a:p>
      </dgm:t>
    </dgm:pt>
    <dgm:pt modelId="{7739D2E1-69FE-4193-BAD7-0794CE68C2F2}" type="pres">
      <dgm:prSet presAssocID="{5EFBFA4A-1400-4949-BE67-25F1C68420F1}" presName="root" presStyleCnt="0">
        <dgm:presLayoutVars>
          <dgm:dir/>
          <dgm:resizeHandles val="exact"/>
        </dgm:presLayoutVars>
      </dgm:prSet>
      <dgm:spPr/>
    </dgm:pt>
    <dgm:pt modelId="{78D73413-3287-4555-B318-ACD1FEEFDE5F}" type="pres">
      <dgm:prSet presAssocID="{1B7E8970-F683-4FF5-B23A-4DB8318C8597}" presName="compNode" presStyleCnt="0"/>
      <dgm:spPr/>
    </dgm:pt>
    <dgm:pt modelId="{2CAC537A-24D0-4BF2-9053-6DD104DBC919}" type="pres">
      <dgm:prSet presAssocID="{1B7E8970-F683-4FF5-B23A-4DB8318C8597}" presName="bgRect" presStyleLbl="bgShp" presStyleIdx="0" presStyleCnt="5"/>
      <dgm:spPr/>
    </dgm:pt>
    <dgm:pt modelId="{ADFD0C44-1DD8-4E75-B4C9-113BD8418545}" type="pres">
      <dgm:prSet presAssocID="{1B7E8970-F683-4FF5-B23A-4DB8318C859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C5234124-213D-402D-ADB1-4C23725D95C3}" type="pres">
      <dgm:prSet presAssocID="{1B7E8970-F683-4FF5-B23A-4DB8318C8597}" presName="spaceRect" presStyleCnt="0"/>
      <dgm:spPr/>
    </dgm:pt>
    <dgm:pt modelId="{F0171894-5453-4CBA-9801-9FE1E11BABDD}" type="pres">
      <dgm:prSet presAssocID="{1B7E8970-F683-4FF5-B23A-4DB8318C8597}" presName="parTx" presStyleLbl="revTx" presStyleIdx="0" presStyleCnt="5">
        <dgm:presLayoutVars>
          <dgm:chMax val="0"/>
          <dgm:chPref val="0"/>
        </dgm:presLayoutVars>
      </dgm:prSet>
      <dgm:spPr/>
    </dgm:pt>
    <dgm:pt modelId="{41D475AF-3448-4C8D-960A-9C2483E4761E}" type="pres">
      <dgm:prSet presAssocID="{7485FB03-CAF8-4000-9346-876378901215}" presName="sibTrans" presStyleCnt="0"/>
      <dgm:spPr/>
    </dgm:pt>
    <dgm:pt modelId="{6743392B-0A87-464C-B7EB-357711327665}" type="pres">
      <dgm:prSet presAssocID="{88E62CFD-FCAA-48C7-A622-352C7B0331C5}" presName="compNode" presStyleCnt="0"/>
      <dgm:spPr/>
    </dgm:pt>
    <dgm:pt modelId="{F7772265-0804-4AFA-ABE2-2C6CC68881EB}" type="pres">
      <dgm:prSet presAssocID="{88E62CFD-FCAA-48C7-A622-352C7B0331C5}" presName="bgRect" presStyleLbl="bgShp" presStyleIdx="1" presStyleCnt="5"/>
      <dgm:spPr/>
    </dgm:pt>
    <dgm:pt modelId="{CD9E4887-3288-4199-B3EB-7A816ECDE1E8}" type="pres">
      <dgm:prSet presAssocID="{88E62CFD-FCAA-48C7-A622-352C7B0331C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FE5887B5-A218-4D84-B8C7-16E2ABBA2B38}" type="pres">
      <dgm:prSet presAssocID="{88E62CFD-FCAA-48C7-A622-352C7B0331C5}" presName="spaceRect" presStyleCnt="0"/>
      <dgm:spPr/>
    </dgm:pt>
    <dgm:pt modelId="{052BA9C6-1CEA-4386-B9E0-000B90DE9C98}" type="pres">
      <dgm:prSet presAssocID="{88E62CFD-FCAA-48C7-A622-352C7B0331C5}" presName="parTx" presStyleLbl="revTx" presStyleIdx="1" presStyleCnt="5">
        <dgm:presLayoutVars>
          <dgm:chMax val="0"/>
          <dgm:chPref val="0"/>
        </dgm:presLayoutVars>
      </dgm:prSet>
      <dgm:spPr/>
    </dgm:pt>
    <dgm:pt modelId="{A60F53E5-067A-419E-80D5-AA2643BB37D9}" type="pres">
      <dgm:prSet presAssocID="{E3B5D6CC-BF5D-4508-B82E-AF3A641B7777}" presName="sibTrans" presStyleCnt="0"/>
      <dgm:spPr/>
    </dgm:pt>
    <dgm:pt modelId="{74E16139-D5BE-4E12-B852-E729E738023D}" type="pres">
      <dgm:prSet presAssocID="{9832AC8C-D028-4253-8DD5-8D3A76CEBE01}" presName="compNode" presStyleCnt="0"/>
      <dgm:spPr/>
    </dgm:pt>
    <dgm:pt modelId="{0B2CE7AA-A90B-4182-BAD7-2FE3B622E658}" type="pres">
      <dgm:prSet presAssocID="{9832AC8C-D028-4253-8DD5-8D3A76CEBE01}" presName="bgRect" presStyleLbl="bgShp" presStyleIdx="2" presStyleCnt="5"/>
      <dgm:spPr/>
    </dgm:pt>
    <dgm:pt modelId="{496E60D8-C7CC-4B1F-9417-B3C04E2E81E9}" type="pres">
      <dgm:prSet presAssocID="{9832AC8C-D028-4253-8DD5-8D3A76CEBE0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16FD4068-CB5D-453E-AB0F-8323FF4D4DFB}" type="pres">
      <dgm:prSet presAssocID="{9832AC8C-D028-4253-8DD5-8D3A76CEBE01}" presName="spaceRect" presStyleCnt="0"/>
      <dgm:spPr/>
    </dgm:pt>
    <dgm:pt modelId="{D20D07D0-0F22-4AFE-833C-093F92E028D8}" type="pres">
      <dgm:prSet presAssocID="{9832AC8C-D028-4253-8DD5-8D3A76CEBE01}" presName="parTx" presStyleLbl="revTx" presStyleIdx="2" presStyleCnt="5">
        <dgm:presLayoutVars>
          <dgm:chMax val="0"/>
          <dgm:chPref val="0"/>
        </dgm:presLayoutVars>
      </dgm:prSet>
      <dgm:spPr/>
    </dgm:pt>
    <dgm:pt modelId="{4116EF7A-D87E-4E19-A241-DFAFD42A6BB2}" type="pres">
      <dgm:prSet presAssocID="{8560837D-A17F-4F76-980F-CB93D968384B}" presName="sibTrans" presStyleCnt="0"/>
      <dgm:spPr/>
    </dgm:pt>
    <dgm:pt modelId="{FC9EB4CA-C27A-4919-8CA2-424417147365}" type="pres">
      <dgm:prSet presAssocID="{C84C39E5-D5FE-46FF-AA81-E62225BAB13C}" presName="compNode" presStyleCnt="0"/>
      <dgm:spPr/>
    </dgm:pt>
    <dgm:pt modelId="{A42BD10D-AB33-46F3-ABE6-8DEB9B65DB3D}" type="pres">
      <dgm:prSet presAssocID="{C84C39E5-D5FE-46FF-AA81-E62225BAB13C}" presName="bgRect" presStyleLbl="bgShp" presStyleIdx="3" presStyleCnt="5"/>
      <dgm:spPr/>
    </dgm:pt>
    <dgm:pt modelId="{1C4A9F5E-D656-4ED8-914A-020809277B07}" type="pres">
      <dgm:prSet presAssocID="{C84C39E5-D5FE-46FF-AA81-E62225BAB13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6DB41ECF-7F45-408E-AED7-82A415925365}" type="pres">
      <dgm:prSet presAssocID="{C84C39E5-D5FE-46FF-AA81-E62225BAB13C}" presName="spaceRect" presStyleCnt="0"/>
      <dgm:spPr/>
    </dgm:pt>
    <dgm:pt modelId="{66DC8B99-C51F-483D-A249-15D5FC13C143}" type="pres">
      <dgm:prSet presAssocID="{C84C39E5-D5FE-46FF-AA81-E62225BAB13C}" presName="parTx" presStyleLbl="revTx" presStyleIdx="3" presStyleCnt="5">
        <dgm:presLayoutVars>
          <dgm:chMax val="0"/>
          <dgm:chPref val="0"/>
        </dgm:presLayoutVars>
      </dgm:prSet>
      <dgm:spPr/>
    </dgm:pt>
    <dgm:pt modelId="{480C5B66-22FF-44F3-AB61-9B5FBC631E24}" type="pres">
      <dgm:prSet presAssocID="{FA4F7991-8F10-429E-8B49-7C14E4084382}" presName="sibTrans" presStyleCnt="0"/>
      <dgm:spPr/>
    </dgm:pt>
    <dgm:pt modelId="{DAF93693-E73C-4C29-8CC0-E3D5FF61715A}" type="pres">
      <dgm:prSet presAssocID="{DC2578FD-1809-482A-AA33-93D522CBED4A}" presName="compNode" presStyleCnt="0"/>
      <dgm:spPr/>
    </dgm:pt>
    <dgm:pt modelId="{EB235C73-9AC3-4CB2-80A2-1F426E5C36F6}" type="pres">
      <dgm:prSet presAssocID="{DC2578FD-1809-482A-AA33-93D522CBED4A}" presName="bgRect" presStyleLbl="bgShp" presStyleIdx="4" presStyleCnt="5"/>
      <dgm:spPr/>
    </dgm:pt>
    <dgm:pt modelId="{6713B937-0C5C-449A-8454-0BE79881D9E2}" type="pres">
      <dgm:prSet presAssocID="{DC2578FD-1809-482A-AA33-93D522CBED4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ght Bulb and Gear"/>
        </a:ext>
      </dgm:extLst>
    </dgm:pt>
    <dgm:pt modelId="{57BF8D36-1601-4545-9977-717ED9F5E0F5}" type="pres">
      <dgm:prSet presAssocID="{DC2578FD-1809-482A-AA33-93D522CBED4A}" presName="spaceRect" presStyleCnt="0"/>
      <dgm:spPr/>
    </dgm:pt>
    <dgm:pt modelId="{9BCCD3E7-DFE6-4BE9-B812-71E41FE33D24}" type="pres">
      <dgm:prSet presAssocID="{DC2578FD-1809-482A-AA33-93D522CBED4A}" presName="parTx" presStyleLbl="revTx" presStyleIdx="4" presStyleCnt="5">
        <dgm:presLayoutVars>
          <dgm:chMax val="0"/>
          <dgm:chPref val="0"/>
        </dgm:presLayoutVars>
      </dgm:prSet>
      <dgm:spPr/>
    </dgm:pt>
  </dgm:ptLst>
  <dgm:cxnLst>
    <dgm:cxn modelId="{C9484710-658E-4AC2-85BB-9D2A4761C357}" type="presOf" srcId="{DC2578FD-1809-482A-AA33-93D522CBED4A}" destId="{9BCCD3E7-DFE6-4BE9-B812-71E41FE33D24}" srcOrd="0" destOrd="0" presId="urn:microsoft.com/office/officeart/2018/2/layout/IconVerticalSolidList"/>
    <dgm:cxn modelId="{1D163C1B-1B59-4EB0-A4E7-7671869FFFE1}" srcId="{5EFBFA4A-1400-4949-BE67-25F1C68420F1}" destId="{9832AC8C-D028-4253-8DD5-8D3A76CEBE01}" srcOrd="2" destOrd="0" parTransId="{49316860-5102-4EB5-878A-D3EF3031C43B}" sibTransId="{8560837D-A17F-4F76-980F-CB93D968384B}"/>
    <dgm:cxn modelId="{D92D6A2D-30CA-4741-85E9-2E60FD5630EE}" srcId="{5EFBFA4A-1400-4949-BE67-25F1C68420F1}" destId="{1B7E8970-F683-4FF5-B23A-4DB8318C8597}" srcOrd="0" destOrd="0" parTransId="{113F9267-D2BD-4770-9198-527830CF9515}" sibTransId="{7485FB03-CAF8-4000-9346-876378901215}"/>
    <dgm:cxn modelId="{15F42145-FA7E-4F1B-B3CF-B67C086C7F5C}" type="presOf" srcId="{C84C39E5-D5FE-46FF-AA81-E62225BAB13C}" destId="{66DC8B99-C51F-483D-A249-15D5FC13C143}" srcOrd="0" destOrd="0" presId="urn:microsoft.com/office/officeart/2018/2/layout/IconVerticalSolidList"/>
    <dgm:cxn modelId="{71F91554-9829-4244-A291-7BE64CABE8F0}" type="presOf" srcId="{1B7E8970-F683-4FF5-B23A-4DB8318C8597}" destId="{F0171894-5453-4CBA-9801-9FE1E11BABDD}" srcOrd="0" destOrd="0" presId="urn:microsoft.com/office/officeart/2018/2/layout/IconVerticalSolidList"/>
    <dgm:cxn modelId="{70EFA4AE-C143-4433-94CE-FAE0EF4BCB21}" type="presOf" srcId="{88E62CFD-FCAA-48C7-A622-352C7B0331C5}" destId="{052BA9C6-1CEA-4386-B9E0-000B90DE9C98}" srcOrd="0" destOrd="0" presId="urn:microsoft.com/office/officeart/2018/2/layout/IconVerticalSolidList"/>
    <dgm:cxn modelId="{725C69B2-CFAF-4E5A-95B3-64EFBBCF8458}" type="presOf" srcId="{9832AC8C-D028-4253-8DD5-8D3A76CEBE01}" destId="{D20D07D0-0F22-4AFE-833C-093F92E028D8}" srcOrd="0" destOrd="0" presId="urn:microsoft.com/office/officeart/2018/2/layout/IconVerticalSolidList"/>
    <dgm:cxn modelId="{7BD0CDB2-8894-461E-888A-3565805BA9F4}" type="presOf" srcId="{5EFBFA4A-1400-4949-BE67-25F1C68420F1}" destId="{7739D2E1-69FE-4193-BAD7-0794CE68C2F2}" srcOrd="0" destOrd="0" presId="urn:microsoft.com/office/officeart/2018/2/layout/IconVerticalSolidList"/>
    <dgm:cxn modelId="{3987F6CE-0012-4B6D-A4A6-404EA1F8C1C3}" srcId="{5EFBFA4A-1400-4949-BE67-25F1C68420F1}" destId="{C84C39E5-D5FE-46FF-AA81-E62225BAB13C}" srcOrd="3" destOrd="0" parTransId="{0B1B90C3-3B56-4BA1-AC48-D85A643EAD0D}" sibTransId="{FA4F7991-8F10-429E-8B49-7C14E4084382}"/>
    <dgm:cxn modelId="{CB160BDB-93D1-4B50-BE15-59CF51DE7ED4}" srcId="{5EFBFA4A-1400-4949-BE67-25F1C68420F1}" destId="{DC2578FD-1809-482A-AA33-93D522CBED4A}" srcOrd="4" destOrd="0" parTransId="{B80A5EEA-7665-423C-BEF9-58351A4677FB}" sibTransId="{BAC740E7-43F1-40CA-915D-6440BF649AED}"/>
    <dgm:cxn modelId="{0F75C9E7-5194-4200-B4A0-B322C53543A3}" srcId="{5EFBFA4A-1400-4949-BE67-25F1C68420F1}" destId="{88E62CFD-FCAA-48C7-A622-352C7B0331C5}" srcOrd="1" destOrd="0" parTransId="{09787F44-BADC-43A6-B2B0-55F86706E15A}" sibTransId="{E3B5D6CC-BF5D-4508-B82E-AF3A641B7777}"/>
    <dgm:cxn modelId="{6AB4F3CE-0BC0-48B5-8F66-F97001003873}" type="presParOf" srcId="{7739D2E1-69FE-4193-BAD7-0794CE68C2F2}" destId="{78D73413-3287-4555-B318-ACD1FEEFDE5F}" srcOrd="0" destOrd="0" presId="urn:microsoft.com/office/officeart/2018/2/layout/IconVerticalSolidList"/>
    <dgm:cxn modelId="{E7B9A7AC-E980-422B-8D51-1B23F0AC2633}" type="presParOf" srcId="{78D73413-3287-4555-B318-ACD1FEEFDE5F}" destId="{2CAC537A-24D0-4BF2-9053-6DD104DBC919}" srcOrd="0" destOrd="0" presId="urn:microsoft.com/office/officeart/2018/2/layout/IconVerticalSolidList"/>
    <dgm:cxn modelId="{74C4B3A4-270F-439B-8B54-9722F3198579}" type="presParOf" srcId="{78D73413-3287-4555-B318-ACD1FEEFDE5F}" destId="{ADFD0C44-1DD8-4E75-B4C9-113BD8418545}" srcOrd="1" destOrd="0" presId="urn:microsoft.com/office/officeart/2018/2/layout/IconVerticalSolidList"/>
    <dgm:cxn modelId="{19A2E96E-7770-4A22-B06E-55E7C0905B95}" type="presParOf" srcId="{78D73413-3287-4555-B318-ACD1FEEFDE5F}" destId="{C5234124-213D-402D-ADB1-4C23725D95C3}" srcOrd="2" destOrd="0" presId="urn:microsoft.com/office/officeart/2018/2/layout/IconVerticalSolidList"/>
    <dgm:cxn modelId="{61854B45-BFD8-4791-802B-3F1D805550E0}" type="presParOf" srcId="{78D73413-3287-4555-B318-ACD1FEEFDE5F}" destId="{F0171894-5453-4CBA-9801-9FE1E11BABDD}" srcOrd="3" destOrd="0" presId="urn:microsoft.com/office/officeart/2018/2/layout/IconVerticalSolidList"/>
    <dgm:cxn modelId="{D088543B-446E-4713-988F-061750418F43}" type="presParOf" srcId="{7739D2E1-69FE-4193-BAD7-0794CE68C2F2}" destId="{41D475AF-3448-4C8D-960A-9C2483E4761E}" srcOrd="1" destOrd="0" presId="urn:microsoft.com/office/officeart/2018/2/layout/IconVerticalSolidList"/>
    <dgm:cxn modelId="{9E317DC0-35B2-4A95-AAD7-D080C921485E}" type="presParOf" srcId="{7739D2E1-69FE-4193-BAD7-0794CE68C2F2}" destId="{6743392B-0A87-464C-B7EB-357711327665}" srcOrd="2" destOrd="0" presId="urn:microsoft.com/office/officeart/2018/2/layout/IconVerticalSolidList"/>
    <dgm:cxn modelId="{15A3E31F-15D1-449F-BD87-56C847112C4C}" type="presParOf" srcId="{6743392B-0A87-464C-B7EB-357711327665}" destId="{F7772265-0804-4AFA-ABE2-2C6CC68881EB}" srcOrd="0" destOrd="0" presId="urn:microsoft.com/office/officeart/2018/2/layout/IconVerticalSolidList"/>
    <dgm:cxn modelId="{68B8A441-5AD9-4B0D-8276-FB4863868A66}" type="presParOf" srcId="{6743392B-0A87-464C-B7EB-357711327665}" destId="{CD9E4887-3288-4199-B3EB-7A816ECDE1E8}" srcOrd="1" destOrd="0" presId="urn:microsoft.com/office/officeart/2018/2/layout/IconVerticalSolidList"/>
    <dgm:cxn modelId="{D5E09A06-F944-448E-9FCD-94A905FA2B53}" type="presParOf" srcId="{6743392B-0A87-464C-B7EB-357711327665}" destId="{FE5887B5-A218-4D84-B8C7-16E2ABBA2B38}" srcOrd="2" destOrd="0" presId="urn:microsoft.com/office/officeart/2018/2/layout/IconVerticalSolidList"/>
    <dgm:cxn modelId="{A6CE5FA8-4CBE-4C34-A763-F4D2129A27CD}" type="presParOf" srcId="{6743392B-0A87-464C-B7EB-357711327665}" destId="{052BA9C6-1CEA-4386-B9E0-000B90DE9C98}" srcOrd="3" destOrd="0" presId="urn:microsoft.com/office/officeart/2018/2/layout/IconVerticalSolidList"/>
    <dgm:cxn modelId="{F305E39F-EAAA-43FB-B7C6-D08A3290C0D5}" type="presParOf" srcId="{7739D2E1-69FE-4193-BAD7-0794CE68C2F2}" destId="{A60F53E5-067A-419E-80D5-AA2643BB37D9}" srcOrd="3" destOrd="0" presId="urn:microsoft.com/office/officeart/2018/2/layout/IconVerticalSolidList"/>
    <dgm:cxn modelId="{9B72423F-9D39-4BD5-AC5C-06C4297C51F9}" type="presParOf" srcId="{7739D2E1-69FE-4193-BAD7-0794CE68C2F2}" destId="{74E16139-D5BE-4E12-B852-E729E738023D}" srcOrd="4" destOrd="0" presId="urn:microsoft.com/office/officeart/2018/2/layout/IconVerticalSolidList"/>
    <dgm:cxn modelId="{52B98E64-C720-4A5A-8C1C-0AEC9624F21F}" type="presParOf" srcId="{74E16139-D5BE-4E12-B852-E729E738023D}" destId="{0B2CE7AA-A90B-4182-BAD7-2FE3B622E658}" srcOrd="0" destOrd="0" presId="urn:microsoft.com/office/officeart/2018/2/layout/IconVerticalSolidList"/>
    <dgm:cxn modelId="{4A7C67B7-6893-402E-ACF2-8471DA86320A}" type="presParOf" srcId="{74E16139-D5BE-4E12-B852-E729E738023D}" destId="{496E60D8-C7CC-4B1F-9417-B3C04E2E81E9}" srcOrd="1" destOrd="0" presId="urn:microsoft.com/office/officeart/2018/2/layout/IconVerticalSolidList"/>
    <dgm:cxn modelId="{AD3479FD-3F81-4741-BD82-58B6E132EC06}" type="presParOf" srcId="{74E16139-D5BE-4E12-B852-E729E738023D}" destId="{16FD4068-CB5D-453E-AB0F-8323FF4D4DFB}" srcOrd="2" destOrd="0" presId="urn:microsoft.com/office/officeart/2018/2/layout/IconVerticalSolidList"/>
    <dgm:cxn modelId="{147E65E7-EEE0-4ED3-84F7-DFACAF06651A}" type="presParOf" srcId="{74E16139-D5BE-4E12-B852-E729E738023D}" destId="{D20D07D0-0F22-4AFE-833C-093F92E028D8}" srcOrd="3" destOrd="0" presId="urn:microsoft.com/office/officeart/2018/2/layout/IconVerticalSolidList"/>
    <dgm:cxn modelId="{2CD3AE60-0AB8-4182-97A6-6A00504E7275}" type="presParOf" srcId="{7739D2E1-69FE-4193-BAD7-0794CE68C2F2}" destId="{4116EF7A-D87E-4E19-A241-DFAFD42A6BB2}" srcOrd="5" destOrd="0" presId="urn:microsoft.com/office/officeart/2018/2/layout/IconVerticalSolidList"/>
    <dgm:cxn modelId="{69630BCF-035F-4E37-95F5-693842F8C660}" type="presParOf" srcId="{7739D2E1-69FE-4193-BAD7-0794CE68C2F2}" destId="{FC9EB4CA-C27A-4919-8CA2-424417147365}" srcOrd="6" destOrd="0" presId="urn:microsoft.com/office/officeart/2018/2/layout/IconVerticalSolidList"/>
    <dgm:cxn modelId="{305AE7CA-6BC7-4FAF-AA10-D6570EC0354C}" type="presParOf" srcId="{FC9EB4CA-C27A-4919-8CA2-424417147365}" destId="{A42BD10D-AB33-46F3-ABE6-8DEB9B65DB3D}" srcOrd="0" destOrd="0" presId="urn:microsoft.com/office/officeart/2018/2/layout/IconVerticalSolidList"/>
    <dgm:cxn modelId="{4534D52E-1F15-49CC-82EA-E3E11417A27B}" type="presParOf" srcId="{FC9EB4CA-C27A-4919-8CA2-424417147365}" destId="{1C4A9F5E-D656-4ED8-914A-020809277B07}" srcOrd="1" destOrd="0" presId="urn:microsoft.com/office/officeart/2018/2/layout/IconVerticalSolidList"/>
    <dgm:cxn modelId="{DBAFC280-A490-48A0-BEE3-E77BE1D5CA6A}" type="presParOf" srcId="{FC9EB4CA-C27A-4919-8CA2-424417147365}" destId="{6DB41ECF-7F45-408E-AED7-82A415925365}" srcOrd="2" destOrd="0" presId="urn:microsoft.com/office/officeart/2018/2/layout/IconVerticalSolidList"/>
    <dgm:cxn modelId="{FBD33885-F645-4A0A-9F3A-F42CB5534338}" type="presParOf" srcId="{FC9EB4CA-C27A-4919-8CA2-424417147365}" destId="{66DC8B99-C51F-483D-A249-15D5FC13C143}" srcOrd="3" destOrd="0" presId="urn:microsoft.com/office/officeart/2018/2/layout/IconVerticalSolidList"/>
    <dgm:cxn modelId="{1F597988-D859-47CB-A015-53F60047FFE9}" type="presParOf" srcId="{7739D2E1-69FE-4193-BAD7-0794CE68C2F2}" destId="{480C5B66-22FF-44F3-AB61-9B5FBC631E24}" srcOrd="7" destOrd="0" presId="urn:microsoft.com/office/officeart/2018/2/layout/IconVerticalSolidList"/>
    <dgm:cxn modelId="{801F7228-DD64-40F6-A8EF-9969668125CC}" type="presParOf" srcId="{7739D2E1-69FE-4193-BAD7-0794CE68C2F2}" destId="{DAF93693-E73C-4C29-8CC0-E3D5FF61715A}" srcOrd="8" destOrd="0" presId="urn:microsoft.com/office/officeart/2018/2/layout/IconVerticalSolidList"/>
    <dgm:cxn modelId="{DB438381-44A6-4CA3-A5FF-121083DD88D5}" type="presParOf" srcId="{DAF93693-E73C-4C29-8CC0-E3D5FF61715A}" destId="{EB235C73-9AC3-4CB2-80A2-1F426E5C36F6}" srcOrd="0" destOrd="0" presId="urn:microsoft.com/office/officeart/2018/2/layout/IconVerticalSolidList"/>
    <dgm:cxn modelId="{FD373315-493C-4EED-9F3A-C23F19EA90C7}" type="presParOf" srcId="{DAF93693-E73C-4C29-8CC0-E3D5FF61715A}" destId="{6713B937-0C5C-449A-8454-0BE79881D9E2}" srcOrd="1" destOrd="0" presId="urn:microsoft.com/office/officeart/2018/2/layout/IconVerticalSolidList"/>
    <dgm:cxn modelId="{7AD7FE38-E307-42DB-900A-301877A12C3F}" type="presParOf" srcId="{DAF93693-E73C-4C29-8CC0-E3D5FF61715A}" destId="{57BF8D36-1601-4545-9977-717ED9F5E0F5}" srcOrd="2" destOrd="0" presId="urn:microsoft.com/office/officeart/2018/2/layout/IconVerticalSolidList"/>
    <dgm:cxn modelId="{1C3C95EA-5926-461E-AF92-5A4DF1082DB3}" type="presParOf" srcId="{DAF93693-E73C-4C29-8CC0-E3D5FF61715A}" destId="{9BCCD3E7-DFE6-4BE9-B812-71E41FE33D2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EFBFA4A-1400-4949-BE67-25F1C68420F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7E8970-F683-4FF5-B23A-4DB8318C8597}">
      <dgm:prSet custT="1"/>
      <dgm:spPr/>
      <dgm:t>
        <a:bodyPr/>
        <a:lstStyle/>
        <a:p>
          <a:r>
            <a:rPr lang="en-US" sz="2000" dirty="0"/>
            <a:t>Generate a wide range of potential solutions or approaches to address the problem or need. </a:t>
          </a:r>
        </a:p>
      </dgm:t>
    </dgm:pt>
    <dgm:pt modelId="{113F9267-D2BD-4770-9198-527830CF9515}" type="parTrans" cxnId="{D92D6A2D-30CA-4741-85E9-2E60FD5630EE}">
      <dgm:prSet/>
      <dgm:spPr/>
      <dgm:t>
        <a:bodyPr/>
        <a:lstStyle/>
        <a:p>
          <a:endParaRPr lang="en-US" sz="2000"/>
        </a:p>
      </dgm:t>
    </dgm:pt>
    <dgm:pt modelId="{7485FB03-CAF8-4000-9346-876378901215}" type="sibTrans" cxnId="{D92D6A2D-30CA-4741-85E9-2E60FD5630EE}">
      <dgm:prSet/>
      <dgm:spPr/>
      <dgm:t>
        <a:bodyPr/>
        <a:lstStyle/>
        <a:p>
          <a:endParaRPr lang="en-US" sz="2000"/>
        </a:p>
      </dgm:t>
    </dgm:pt>
    <dgm:pt modelId="{88E62CFD-FCAA-48C7-A622-352C7B0331C5}">
      <dgm:prSet custT="1"/>
      <dgm:spPr/>
      <dgm:t>
        <a:bodyPr/>
        <a:lstStyle/>
        <a:p>
          <a:r>
            <a:rPr lang="en-US" sz="2000" dirty="0"/>
            <a:t>Engage in creative problem-solving techniques, such as brainstorming sessions, mind mapping, and scenario planning. </a:t>
          </a:r>
        </a:p>
      </dgm:t>
    </dgm:pt>
    <dgm:pt modelId="{09787F44-BADC-43A6-B2B0-55F86706E15A}" type="parTrans" cxnId="{0F75C9E7-5194-4200-B4A0-B322C53543A3}">
      <dgm:prSet/>
      <dgm:spPr/>
      <dgm:t>
        <a:bodyPr/>
        <a:lstStyle/>
        <a:p>
          <a:endParaRPr lang="en-US" sz="2000"/>
        </a:p>
      </dgm:t>
    </dgm:pt>
    <dgm:pt modelId="{E3B5D6CC-BF5D-4508-B82E-AF3A641B7777}" type="sibTrans" cxnId="{0F75C9E7-5194-4200-B4A0-B322C53543A3}">
      <dgm:prSet/>
      <dgm:spPr/>
      <dgm:t>
        <a:bodyPr/>
        <a:lstStyle/>
        <a:p>
          <a:endParaRPr lang="en-US" sz="2000"/>
        </a:p>
      </dgm:t>
    </dgm:pt>
    <dgm:pt modelId="{9832AC8C-D028-4253-8DD5-8D3A76CEBE01}">
      <dgm:prSet custT="1"/>
      <dgm:spPr/>
      <dgm:t>
        <a:bodyPr/>
        <a:lstStyle/>
        <a:p>
          <a:r>
            <a:rPr lang="en-US" sz="2000" dirty="0"/>
            <a:t>Assess the feasibility, effectiveness, and potential impact of each option, considering factors such as resources, timelines, risks, and stakeholder acceptance.</a:t>
          </a:r>
        </a:p>
      </dgm:t>
    </dgm:pt>
    <dgm:pt modelId="{49316860-5102-4EB5-878A-D3EF3031C43B}" type="parTrans" cxnId="{1D163C1B-1B59-4EB0-A4E7-7671869FFFE1}">
      <dgm:prSet/>
      <dgm:spPr/>
      <dgm:t>
        <a:bodyPr/>
        <a:lstStyle/>
        <a:p>
          <a:endParaRPr lang="en-US" sz="2000"/>
        </a:p>
      </dgm:t>
    </dgm:pt>
    <dgm:pt modelId="{8560837D-A17F-4F76-980F-CB93D968384B}" type="sibTrans" cxnId="{1D163C1B-1B59-4EB0-A4E7-7671869FFFE1}">
      <dgm:prSet/>
      <dgm:spPr/>
      <dgm:t>
        <a:bodyPr/>
        <a:lstStyle/>
        <a:p>
          <a:endParaRPr lang="en-US" sz="2000"/>
        </a:p>
      </dgm:t>
    </dgm:pt>
    <dgm:pt modelId="{C84C39E5-D5FE-46FF-AA81-E62225BAB13C}">
      <dgm:prSet custT="1"/>
      <dgm:spPr/>
      <dgm:t>
        <a:bodyPr/>
        <a:lstStyle/>
        <a:p>
          <a:r>
            <a:rPr lang="en-US" sz="2000" dirty="0"/>
            <a:t>Conduct cost-benefit analyses and impact assessments. </a:t>
          </a:r>
        </a:p>
      </dgm:t>
    </dgm:pt>
    <dgm:pt modelId="{0B1B90C3-3B56-4BA1-AC48-D85A643EAD0D}" type="parTrans" cxnId="{3987F6CE-0012-4B6D-A4A6-404EA1F8C1C3}">
      <dgm:prSet/>
      <dgm:spPr/>
      <dgm:t>
        <a:bodyPr/>
        <a:lstStyle/>
        <a:p>
          <a:endParaRPr lang="en-US" sz="2000"/>
        </a:p>
      </dgm:t>
    </dgm:pt>
    <dgm:pt modelId="{FA4F7991-8F10-429E-8B49-7C14E4084382}" type="sibTrans" cxnId="{3987F6CE-0012-4B6D-A4A6-404EA1F8C1C3}">
      <dgm:prSet/>
      <dgm:spPr/>
      <dgm:t>
        <a:bodyPr/>
        <a:lstStyle/>
        <a:p>
          <a:endParaRPr lang="en-US" sz="2000"/>
        </a:p>
      </dgm:t>
    </dgm:pt>
    <dgm:pt modelId="{DC2578FD-1809-482A-AA33-93D522CBED4A}">
      <dgm:prSet custT="1"/>
      <dgm:spPr/>
      <dgm:t>
        <a:bodyPr/>
        <a:lstStyle/>
        <a:p>
          <a:r>
            <a:rPr lang="en-US" sz="2000" dirty="0"/>
            <a:t>Shortlist the most promising options based on predefined criteria.</a:t>
          </a:r>
        </a:p>
      </dgm:t>
    </dgm:pt>
    <dgm:pt modelId="{B80A5EEA-7665-423C-BEF9-58351A4677FB}" type="parTrans" cxnId="{CB160BDB-93D1-4B50-BE15-59CF51DE7ED4}">
      <dgm:prSet/>
      <dgm:spPr/>
      <dgm:t>
        <a:bodyPr/>
        <a:lstStyle/>
        <a:p>
          <a:endParaRPr lang="en-US" sz="2000"/>
        </a:p>
      </dgm:t>
    </dgm:pt>
    <dgm:pt modelId="{BAC740E7-43F1-40CA-915D-6440BF649AED}" type="sibTrans" cxnId="{CB160BDB-93D1-4B50-BE15-59CF51DE7ED4}">
      <dgm:prSet/>
      <dgm:spPr/>
      <dgm:t>
        <a:bodyPr/>
        <a:lstStyle/>
        <a:p>
          <a:endParaRPr lang="en-US" sz="2000"/>
        </a:p>
      </dgm:t>
    </dgm:pt>
    <dgm:pt modelId="{7739D2E1-69FE-4193-BAD7-0794CE68C2F2}" type="pres">
      <dgm:prSet presAssocID="{5EFBFA4A-1400-4949-BE67-25F1C68420F1}" presName="root" presStyleCnt="0">
        <dgm:presLayoutVars>
          <dgm:dir/>
          <dgm:resizeHandles val="exact"/>
        </dgm:presLayoutVars>
      </dgm:prSet>
      <dgm:spPr/>
    </dgm:pt>
    <dgm:pt modelId="{78D73413-3287-4555-B318-ACD1FEEFDE5F}" type="pres">
      <dgm:prSet presAssocID="{1B7E8970-F683-4FF5-B23A-4DB8318C8597}" presName="compNode" presStyleCnt="0"/>
      <dgm:spPr/>
    </dgm:pt>
    <dgm:pt modelId="{2CAC537A-24D0-4BF2-9053-6DD104DBC919}" type="pres">
      <dgm:prSet presAssocID="{1B7E8970-F683-4FF5-B23A-4DB8318C8597}" presName="bgRect" presStyleLbl="bgShp" presStyleIdx="0" presStyleCnt="5"/>
      <dgm:spPr/>
    </dgm:pt>
    <dgm:pt modelId="{ADFD0C44-1DD8-4E75-B4C9-113BD8418545}" type="pres">
      <dgm:prSet presAssocID="{1B7E8970-F683-4FF5-B23A-4DB8318C859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ettings with solid fill"/>
        </a:ext>
      </dgm:extLst>
    </dgm:pt>
    <dgm:pt modelId="{C5234124-213D-402D-ADB1-4C23725D95C3}" type="pres">
      <dgm:prSet presAssocID="{1B7E8970-F683-4FF5-B23A-4DB8318C8597}" presName="spaceRect" presStyleCnt="0"/>
      <dgm:spPr/>
    </dgm:pt>
    <dgm:pt modelId="{F0171894-5453-4CBA-9801-9FE1E11BABDD}" type="pres">
      <dgm:prSet presAssocID="{1B7E8970-F683-4FF5-B23A-4DB8318C8597}" presName="parTx" presStyleLbl="revTx" presStyleIdx="0" presStyleCnt="5">
        <dgm:presLayoutVars>
          <dgm:chMax val="0"/>
          <dgm:chPref val="0"/>
        </dgm:presLayoutVars>
      </dgm:prSet>
      <dgm:spPr/>
    </dgm:pt>
    <dgm:pt modelId="{41D475AF-3448-4C8D-960A-9C2483E4761E}" type="pres">
      <dgm:prSet presAssocID="{7485FB03-CAF8-4000-9346-876378901215}" presName="sibTrans" presStyleCnt="0"/>
      <dgm:spPr/>
    </dgm:pt>
    <dgm:pt modelId="{6743392B-0A87-464C-B7EB-357711327665}" type="pres">
      <dgm:prSet presAssocID="{88E62CFD-FCAA-48C7-A622-352C7B0331C5}" presName="compNode" presStyleCnt="0"/>
      <dgm:spPr/>
    </dgm:pt>
    <dgm:pt modelId="{F7772265-0804-4AFA-ABE2-2C6CC68881EB}" type="pres">
      <dgm:prSet presAssocID="{88E62CFD-FCAA-48C7-A622-352C7B0331C5}" presName="bgRect" presStyleLbl="bgShp" presStyleIdx="1" presStyleCnt="5"/>
      <dgm:spPr/>
    </dgm:pt>
    <dgm:pt modelId="{CD9E4887-3288-4199-B3EB-7A816ECDE1E8}" type="pres">
      <dgm:prSet presAssocID="{88E62CFD-FCAA-48C7-A622-352C7B0331C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Lightbulb and gear with solid fill"/>
        </a:ext>
      </dgm:extLst>
    </dgm:pt>
    <dgm:pt modelId="{FE5887B5-A218-4D84-B8C7-16E2ABBA2B38}" type="pres">
      <dgm:prSet presAssocID="{88E62CFD-FCAA-48C7-A622-352C7B0331C5}" presName="spaceRect" presStyleCnt="0"/>
      <dgm:spPr/>
    </dgm:pt>
    <dgm:pt modelId="{052BA9C6-1CEA-4386-B9E0-000B90DE9C98}" type="pres">
      <dgm:prSet presAssocID="{88E62CFD-FCAA-48C7-A622-352C7B0331C5}" presName="parTx" presStyleLbl="revTx" presStyleIdx="1" presStyleCnt="5">
        <dgm:presLayoutVars>
          <dgm:chMax val="0"/>
          <dgm:chPref val="0"/>
        </dgm:presLayoutVars>
      </dgm:prSet>
      <dgm:spPr/>
    </dgm:pt>
    <dgm:pt modelId="{A60F53E5-067A-419E-80D5-AA2643BB37D9}" type="pres">
      <dgm:prSet presAssocID="{E3B5D6CC-BF5D-4508-B82E-AF3A641B7777}" presName="sibTrans" presStyleCnt="0"/>
      <dgm:spPr/>
    </dgm:pt>
    <dgm:pt modelId="{74E16139-D5BE-4E12-B852-E729E738023D}" type="pres">
      <dgm:prSet presAssocID="{9832AC8C-D028-4253-8DD5-8D3A76CEBE01}" presName="compNode" presStyleCnt="0"/>
      <dgm:spPr/>
    </dgm:pt>
    <dgm:pt modelId="{0B2CE7AA-A90B-4182-BAD7-2FE3B622E658}" type="pres">
      <dgm:prSet presAssocID="{9832AC8C-D028-4253-8DD5-8D3A76CEBE01}" presName="bgRect" presStyleLbl="bgShp" presStyleIdx="2" presStyleCnt="5"/>
      <dgm:spPr/>
    </dgm:pt>
    <dgm:pt modelId="{496E60D8-C7CC-4B1F-9417-B3C04E2E81E9}" type="pres">
      <dgm:prSet presAssocID="{9832AC8C-D028-4253-8DD5-8D3A76CEBE01}"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aily calendar with solid fill"/>
        </a:ext>
      </dgm:extLst>
    </dgm:pt>
    <dgm:pt modelId="{16FD4068-CB5D-453E-AB0F-8323FF4D4DFB}" type="pres">
      <dgm:prSet presAssocID="{9832AC8C-D028-4253-8DD5-8D3A76CEBE01}" presName="spaceRect" presStyleCnt="0"/>
      <dgm:spPr/>
    </dgm:pt>
    <dgm:pt modelId="{D20D07D0-0F22-4AFE-833C-093F92E028D8}" type="pres">
      <dgm:prSet presAssocID="{9832AC8C-D028-4253-8DD5-8D3A76CEBE01}" presName="parTx" presStyleLbl="revTx" presStyleIdx="2" presStyleCnt="5">
        <dgm:presLayoutVars>
          <dgm:chMax val="0"/>
          <dgm:chPref val="0"/>
        </dgm:presLayoutVars>
      </dgm:prSet>
      <dgm:spPr/>
    </dgm:pt>
    <dgm:pt modelId="{4116EF7A-D87E-4E19-A241-DFAFD42A6BB2}" type="pres">
      <dgm:prSet presAssocID="{8560837D-A17F-4F76-980F-CB93D968384B}" presName="sibTrans" presStyleCnt="0"/>
      <dgm:spPr/>
    </dgm:pt>
    <dgm:pt modelId="{FC9EB4CA-C27A-4919-8CA2-424417147365}" type="pres">
      <dgm:prSet presAssocID="{C84C39E5-D5FE-46FF-AA81-E62225BAB13C}" presName="compNode" presStyleCnt="0"/>
      <dgm:spPr/>
    </dgm:pt>
    <dgm:pt modelId="{A42BD10D-AB33-46F3-ABE6-8DEB9B65DB3D}" type="pres">
      <dgm:prSet presAssocID="{C84C39E5-D5FE-46FF-AA81-E62225BAB13C}" presName="bgRect" presStyleLbl="bgShp" presStyleIdx="3" presStyleCnt="5"/>
      <dgm:spPr/>
    </dgm:pt>
    <dgm:pt modelId="{1C4A9F5E-D656-4ED8-914A-020809277B07}" type="pres">
      <dgm:prSet presAssocID="{C84C39E5-D5FE-46FF-AA81-E62225BAB13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itcoin with solid fill"/>
        </a:ext>
      </dgm:extLst>
    </dgm:pt>
    <dgm:pt modelId="{6DB41ECF-7F45-408E-AED7-82A415925365}" type="pres">
      <dgm:prSet presAssocID="{C84C39E5-D5FE-46FF-AA81-E62225BAB13C}" presName="spaceRect" presStyleCnt="0"/>
      <dgm:spPr/>
    </dgm:pt>
    <dgm:pt modelId="{66DC8B99-C51F-483D-A249-15D5FC13C143}" type="pres">
      <dgm:prSet presAssocID="{C84C39E5-D5FE-46FF-AA81-E62225BAB13C}" presName="parTx" presStyleLbl="revTx" presStyleIdx="3" presStyleCnt="5">
        <dgm:presLayoutVars>
          <dgm:chMax val="0"/>
          <dgm:chPref val="0"/>
        </dgm:presLayoutVars>
      </dgm:prSet>
      <dgm:spPr/>
    </dgm:pt>
    <dgm:pt modelId="{480C5B66-22FF-44F3-AB61-9B5FBC631E24}" type="pres">
      <dgm:prSet presAssocID="{FA4F7991-8F10-429E-8B49-7C14E4084382}" presName="sibTrans" presStyleCnt="0"/>
      <dgm:spPr/>
    </dgm:pt>
    <dgm:pt modelId="{DAF93693-E73C-4C29-8CC0-E3D5FF61715A}" type="pres">
      <dgm:prSet presAssocID="{DC2578FD-1809-482A-AA33-93D522CBED4A}" presName="compNode" presStyleCnt="0"/>
      <dgm:spPr/>
    </dgm:pt>
    <dgm:pt modelId="{EB235C73-9AC3-4CB2-80A2-1F426E5C36F6}" type="pres">
      <dgm:prSet presAssocID="{DC2578FD-1809-482A-AA33-93D522CBED4A}" presName="bgRect" presStyleLbl="bgShp" presStyleIdx="4" presStyleCnt="5"/>
      <dgm:spPr/>
    </dgm:pt>
    <dgm:pt modelId="{6713B937-0C5C-449A-8454-0BE79881D9E2}" type="pres">
      <dgm:prSet presAssocID="{DC2578FD-1809-482A-AA33-93D522CBED4A}"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Clipboard Checked with solid fill"/>
        </a:ext>
      </dgm:extLst>
    </dgm:pt>
    <dgm:pt modelId="{57BF8D36-1601-4545-9977-717ED9F5E0F5}" type="pres">
      <dgm:prSet presAssocID="{DC2578FD-1809-482A-AA33-93D522CBED4A}" presName="spaceRect" presStyleCnt="0"/>
      <dgm:spPr/>
    </dgm:pt>
    <dgm:pt modelId="{9BCCD3E7-DFE6-4BE9-B812-71E41FE33D24}" type="pres">
      <dgm:prSet presAssocID="{DC2578FD-1809-482A-AA33-93D522CBED4A}" presName="parTx" presStyleLbl="revTx" presStyleIdx="4" presStyleCnt="5">
        <dgm:presLayoutVars>
          <dgm:chMax val="0"/>
          <dgm:chPref val="0"/>
        </dgm:presLayoutVars>
      </dgm:prSet>
      <dgm:spPr/>
    </dgm:pt>
  </dgm:ptLst>
  <dgm:cxnLst>
    <dgm:cxn modelId="{C9484710-658E-4AC2-85BB-9D2A4761C357}" type="presOf" srcId="{DC2578FD-1809-482A-AA33-93D522CBED4A}" destId="{9BCCD3E7-DFE6-4BE9-B812-71E41FE33D24}" srcOrd="0" destOrd="0" presId="urn:microsoft.com/office/officeart/2018/2/layout/IconVerticalSolidList"/>
    <dgm:cxn modelId="{1D163C1B-1B59-4EB0-A4E7-7671869FFFE1}" srcId="{5EFBFA4A-1400-4949-BE67-25F1C68420F1}" destId="{9832AC8C-D028-4253-8DD5-8D3A76CEBE01}" srcOrd="2" destOrd="0" parTransId="{49316860-5102-4EB5-878A-D3EF3031C43B}" sibTransId="{8560837D-A17F-4F76-980F-CB93D968384B}"/>
    <dgm:cxn modelId="{D92D6A2D-30CA-4741-85E9-2E60FD5630EE}" srcId="{5EFBFA4A-1400-4949-BE67-25F1C68420F1}" destId="{1B7E8970-F683-4FF5-B23A-4DB8318C8597}" srcOrd="0" destOrd="0" parTransId="{113F9267-D2BD-4770-9198-527830CF9515}" sibTransId="{7485FB03-CAF8-4000-9346-876378901215}"/>
    <dgm:cxn modelId="{15F42145-FA7E-4F1B-B3CF-B67C086C7F5C}" type="presOf" srcId="{C84C39E5-D5FE-46FF-AA81-E62225BAB13C}" destId="{66DC8B99-C51F-483D-A249-15D5FC13C143}" srcOrd="0" destOrd="0" presId="urn:microsoft.com/office/officeart/2018/2/layout/IconVerticalSolidList"/>
    <dgm:cxn modelId="{71F91554-9829-4244-A291-7BE64CABE8F0}" type="presOf" srcId="{1B7E8970-F683-4FF5-B23A-4DB8318C8597}" destId="{F0171894-5453-4CBA-9801-9FE1E11BABDD}" srcOrd="0" destOrd="0" presId="urn:microsoft.com/office/officeart/2018/2/layout/IconVerticalSolidList"/>
    <dgm:cxn modelId="{70EFA4AE-C143-4433-94CE-FAE0EF4BCB21}" type="presOf" srcId="{88E62CFD-FCAA-48C7-A622-352C7B0331C5}" destId="{052BA9C6-1CEA-4386-B9E0-000B90DE9C98}" srcOrd="0" destOrd="0" presId="urn:microsoft.com/office/officeart/2018/2/layout/IconVerticalSolidList"/>
    <dgm:cxn modelId="{725C69B2-CFAF-4E5A-95B3-64EFBBCF8458}" type="presOf" srcId="{9832AC8C-D028-4253-8DD5-8D3A76CEBE01}" destId="{D20D07D0-0F22-4AFE-833C-093F92E028D8}" srcOrd="0" destOrd="0" presId="urn:microsoft.com/office/officeart/2018/2/layout/IconVerticalSolidList"/>
    <dgm:cxn modelId="{7BD0CDB2-8894-461E-888A-3565805BA9F4}" type="presOf" srcId="{5EFBFA4A-1400-4949-BE67-25F1C68420F1}" destId="{7739D2E1-69FE-4193-BAD7-0794CE68C2F2}" srcOrd="0" destOrd="0" presId="urn:microsoft.com/office/officeart/2018/2/layout/IconVerticalSolidList"/>
    <dgm:cxn modelId="{3987F6CE-0012-4B6D-A4A6-404EA1F8C1C3}" srcId="{5EFBFA4A-1400-4949-BE67-25F1C68420F1}" destId="{C84C39E5-D5FE-46FF-AA81-E62225BAB13C}" srcOrd="3" destOrd="0" parTransId="{0B1B90C3-3B56-4BA1-AC48-D85A643EAD0D}" sibTransId="{FA4F7991-8F10-429E-8B49-7C14E4084382}"/>
    <dgm:cxn modelId="{CB160BDB-93D1-4B50-BE15-59CF51DE7ED4}" srcId="{5EFBFA4A-1400-4949-BE67-25F1C68420F1}" destId="{DC2578FD-1809-482A-AA33-93D522CBED4A}" srcOrd="4" destOrd="0" parTransId="{B80A5EEA-7665-423C-BEF9-58351A4677FB}" sibTransId="{BAC740E7-43F1-40CA-915D-6440BF649AED}"/>
    <dgm:cxn modelId="{0F75C9E7-5194-4200-B4A0-B322C53543A3}" srcId="{5EFBFA4A-1400-4949-BE67-25F1C68420F1}" destId="{88E62CFD-FCAA-48C7-A622-352C7B0331C5}" srcOrd="1" destOrd="0" parTransId="{09787F44-BADC-43A6-B2B0-55F86706E15A}" sibTransId="{E3B5D6CC-BF5D-4508-B82E-AF3A641B7777}"/>
    <dgm:cxn modelId="{6AB4F3CE-0BC0-48B5-8F66-F97001003873}" type="presParOf" srcId="{7739D2E1-69FE-4193-BAD7-0794CE68C2F2}" destId="{78D73413-3287-4555-B318-ACD1FEEFDE5F}" srcOrd="0" destOrd="0" presId="urn:microsoft.com/office/officeart/2018/2/layout/IconVerticalSolidList"/>
    <dgm:cxn modelId="{E7B9A7AC-E980-422B-8D51-1B23F0AC2633}" type="presParOf" srcId="{78D73413-3287-4555-B318-ACD1FEEFDE5F}" destId="{2CAC537A-24D0-4BF2-9053-6DD104DBC919}" srcOrd="0" destOrd="0" presId="urn:microsoft.com/office/officeart/2018/2/layout/IconVerticalSolidList"/>
    <dgm:cxn modelId="{74C4B3A4-270F-439B-8B54-9722F3198579}" type="presParOf" srcId="{78D73413-3287-4555-B318-ACD1FEEFDE5F}" destId="{ADFD0C44-1DD8-4E75-B4C9-113BD8418545}" srcOrd="1" destOrd="0" presId="urn:microsoft.com/office/officeart/2018/2/layout/IconVerticalSolidList"/>
    <dgm:cxn modelId="{19A2E96E-7770-4A22-B06E-55E7C0905B95}" type="presParOf" srcId="{78D73413-3287-4555-B318-ACD1FEEFDE5F}" destId="{C5234124-213D-402D-ADB1-4C23725D95C3}" srcOrd="2" destOrd="0" presId="urn:microsoft.com/office/officeart/2018/2/layout/IconVerticalSolidList"/>
    <dgm:cxn modelId="{61854B45-BFD8-4791-802B-3F1D805550E0}" type="presParOf" srcId="{78D73413-3287-4555-B318-ACD1FEEFDE5F}" destId="{F0171894-5453-4CBA-9801-9FE1E11BABDD}" srcOrd="3" destOrd="0" presId="urn:microsoft.com/office/officeart/2018/2/layout/IconVerticalSolidList"/>
    <dgm:cxn modelId="{D088543B-446E-4713-988F-061750418F43}" type="presParOf" srcId="{7739D2E1-69FE-4193-BAD7-0794CE68C2F2}" destId="{41D475AF-3448-4C8D-960A-9C2483E4761E}" srcOrd="1" destOrd="0" presId="urn:microsoft.com/office/officeart/2018/2/layout/IconVerticalSolidList"/>
    <dgm:cxn modelId="{9E317DC0-35B2-4A95-AAD7-D080C921485E}" type="presParOf" srcId="{7739D2E1-69FE-4193-BAD7-0794CE68C2F2}" destId="{6743392B-0A87-464C-B7EB-357711327665}" srcOrd="2" destOrd="0" presId="urn:microsoft.com/office/officeart/2018/2/layout/IconVerticalSolidList"/>
    <dgm:cxn modelId="{15A3E31F-15D1-449F-BD87-56C847112C4C}" type="presParOf" srcId="{6743392B-0A87-464C-B7EB-357711327665}" destId="{F7772265-0804-4AFA-ABE2-2C6CC68881EB}" srcOrd="0" destOrd="0" presId="urn:microsoft.com/office/officeart/2018/2/layout/IconVerticalSolidList"/>
    <dgm:cxn modelId="{68B8A441-5AD9-4B0D-8276-FB4863868A66}" type="presParOf" srcId="{6743392B-0A87-464C-B7EB-357711327665}" destId="{CD9E4887-3288-4199-B3EB-7A816ECDE1E8}" srcOrd="1" destOrd="0" presId="urn:microsoft.com/office/officeart/2018/2/layout/IconVerticalSolidList"/>
    <dgm:cxn modelId="{D5E09A06-F944-448E-9FCD-94A905FA2B53}" type="presParOf" srcId="{6743392B-0A87-464C-B7EB-357711327665}" destId="{FE5887B5-A218-4D84-B8C7-16E2ABBA2B38}" srcOrd="2" destOrd="0" presId="urn:microsoft.com/office/officeart/2018/2/layout/IconVerticalSolidList"/>
    <dgm:cxn modelId="{A6CE5FA8-4CBE-4C34-A763-F4D2129A27CD}" type="presParOf" srcId="{6743392B-0A87-464C-B7EB-357711327665}" destId="{052BA9C6-1CEA-4386-B9E0-000B90DE9C98}" srcOrd="3" destOrd="0" presId="urn:microsoft.com/office/officeart/2018/2/layout/IconVerticalSolidList"/>
    <dgm:cxn modelId="{F305E39F-EAAA-43FB-B7C6-D08A3290C0D5}" type="presParOf" srcId="{7739D2E1-69FE-4193-BAD7-0794CE68C2F2}" destId="{A60F53E5-067A-419E-80D5-AA2643BB37D9}" srcOrd="3" destOrd="0" presId="urn:microsoft.com/office/officeart/2018/2/layout/IconVerticalSolidList"/>
    <dgm:cxn modelId="{9B72423F-9D39-4BD5-AC5C-06C4297C51F9}" type="presParOf" srcId="{7739D2E1-69FE-4193-BAD7-0794CE68C2F2}" destId="{74E16139-D5BE-4E12-B852-E729E738023D}" srcOrd="4" destOrd="0" presId="urn:microsoft.com/office/officeart/2018/2/layout/IconVerticalSolidList"/>
    <dgm:cxn modelId="{52B98E64-C720-4A5A-8C1C-0AEC9624F21F}" type="presParOf" srcId="{74E16139-D5BE-4E12-B852-E729E738023D}" destId="{0B2CE7AA-A90B-4182-BAD7-2FE3B622E658}" srcOrd="0" destOrd="0" presId="urn:microsoft.com/office/officeart/2018/2/layout/IconVerticalSolidList"/>
    <dgm:cxn modelId="{4A7C67B7-6893-402E-ACF2-8471DA86320A}" type="presParOf" srcId="{74E16139-D5BE-4E12-B852-E729E738023D}" destId="{496E60D8-C7CC-4B1F-9417-B3C04E2E81E9}" srcOrd="1" destOrd="0" presId="urn:microsoft.com/office/officeart/2018/2/layout/IconVerticalSolidList"/>
    <dgm:cxn modelId="{AD3479FD-3F81-4741-BD82-58B6E132EC06}" type="presParOf" srcId="{74E16139-D5BE-4E12-B852-E729E738023D}" destId="{16FD4068-CB5D-453E-AB0F-8323FF4D4DFB}" srcOrd="2" destOrd="0" presId="urn:microsoft.com/office/officeart/2018/2/layout/IconVerticalSolidList"/>
    <dgm:cxn modelId="{147E65E7-EEE0-4ED3-84F7-DFACAF06651A}" type="presParOf" srcId="{74E16139-D5BE-4E12-B852-E729E738023D}" destId="{D20D07D0-0F22-4AFE-833C-093F92E028D8}" srcOrd="3" destOrd="0" presId="urn:microsoft.com/office/officeart/2018/2/layout/IconVerticalSolidList"/>
    <dgm:cxn modelId="{2CD3AE60-0AB8-4182-97A6-6A00504E7275}" type="presParOf" srcId="{7739D2E1-69FE-4193-BAD7-0794CE68C2F2}" destId="{4116EF7A-D87E-4E19-A241-DFAFD42A6BB2}" srcOrd="5" destOrd="0" presId="urn:microsoft.com/office/officeart/2018/2/layout/IconVerticalSolidList"/>
    <dgm:cxn modelId="{69630BCF-035F-4E37-95F5-693842F8C660}" type="presParOf" srcId="{7739D2E1-69FE-4193-BAD7-0794CE68C2F2}" destId="{FC9EB4CA-C27A-4919-8CA2-424417147365}" srcOrd="6" destOrd="0" presId="urn:microsoft.com/office/officeart/2018/2/layout/IconVerticalSolidList"/>
    <dgm:cxn modelId="{305AE7CA-6BC7-4FAF-AA10-D6570EC0354C}" type="presParOf" srcId="{FC9EB4CA-C27A-4919-8CA2-424417147365}" destId="{A42BD10D-AB33-46F3-ABE6-8DEB9B65DB3D}" srcOrd="0" destOrd="0" presId="urn:microsoft.com/office/officeart/2018/2/layout/IconVerticalSolidList"/>
    <dgm:cxn modelId="{4534D52E-1F15-49CC-82EA-E3E11417A27B}" type="presParOf" srcId="{FC9EB4CA-C27A-4919-8CA2-424417147365}" destId="{1C4A9F5E-D656-4ED8-914A-020809277B07}" srcOrd="1" destOrd="0" presId="urn:microsoft.com/office/officeart/2018/2/layout/IconVerticalSolidList"/>
    <dgm:cxn modelId="{DBAFC280-A490-48A0-BEE3-E77BE1D5CA6A}" type="presParOf" srcId="{FC9EB4CA-C27A-4919-8CA2-424417147365}" destId="{6DB41ECF-7F45-408E-AED7-82A415925365}" srcOrd="2" destOrd="0" presId="urn:microsoft.com/office/officeart/2018/2/layout/IconVerticalSolidList"/>
    <dgm:cxn modelId="{FBD33885-F645-4A0A-9F3A-F42CB5534338}" type="presParOf" srcId="{FC9EB4CA-C27A-4919-8CA2-424417147365}" destId="{66DC8B99-C51F-483D-A249-15D5FC13C143}" srcOrd="3" destOrd="0" presId="urn:microsoft.com/office/officeart/2018/2/layout/IconVerticalSolidList"/>
    <dgm:cxn modelId="{1F597988-D859-47CB-A015-53F60047FFE9}" type="presParOf" srcId="{7739D2E1-69FE-4193-BAD7-0794CE68C2F2}" destId="{480C5B66-22FF-44F3-AB61-9B5FBC631E24}" srcOrd="7" destOrd="0" presId="urn:microsoft.com/office/officeart/2018/2/layout/IconVerticalSolidList"/>
    <dgm:cxn modelId="{801F7228-DD64-40F6-A8EF-9969668125CC}" type="presParOf" srcId="{7739D2E1-69FE-4193-BAD7-0794CE68C2F2}" destId="{DAF93693-E73C-4C29-8CC0-E3D5FF61715A}" srcOrd="8" destOrd="0" presId="urn:microsoft.com/office/officeart/2018/2/layout/IconVerticalSolidList"/>
    <dgm:cxn modelId="{DB438381-44A6-4CA3-A5FF-121083DD88D5}" type="presParOf" srcId="{DAF93693-E73C-4C29-8CC0-E3D5FF61715A}" destId="{EB235C73-9AC3-4CB2-80A2-1F426E5C36F6}" srcOrd="0" destOrd="0" presId="urn:microsoft.com/office/officeart/2018/2/layout/IconVerticalSolidList"/>
    <dgm:cxn modelId="{FD373315-493C-4EED-9F3A-C23F19EA90C7}" type="presParOf" srcId="{DAF93693-E73C-4C29-8CC0-E3D5FF61715A}" destId="{6713B937-0C5C-449A-8454-0BE79881D9E2}" srcOrd="1" destOrd="0" presId="urn:microsoft.com/office/officeart/2018/2/layout/IconVerticalSolidList"/>
    <dgm:cxn modelId="{7AD7FE38-E307-42DB-900A-301877A12C3F}" type="presParOf" srcId="{DAF93693-E73C-4C29-8CC0-E3D5FF61715A}" destId="{57BF8D36-1601-4545-9977-717ED9F5E0F5}" srcOrd="2" destOrd="0" presId="urn:microsoft.com/office/officeart/2018/2/layout/IconVerticalSolidList"/>
    <dgm:cxn modelId="{1C3C95EA-5926-461E-AF92-5A4DF1082DB3}" type="presParOf" srcId="{DAF93693-E73C-4C29-8CC0-E3D5FF61715A}" destId="{9BCCD3E7-DFE6-4BE9-B812-71E41FE33D2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D1D95C-CD3B-4EFB-9229-76C9C0F5FB0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5DC1DCD-386D-47C5-854A-9D45D1074944}">
      <dgm:prSet custT="1"/>
      <dgm:spPr/>
      <dgm:t>
        <a:bodyPr/>
        <a:lstStyle/>
        <a:p>
          <a:pPr>
            <a:lnSpc>
              <a:spcPct val="100000"/>
            </a:lnSpc>
          </a:pPr>
          <a:r>
            <a:rPr lang="en-US" sz="2000"/>
            <a:t>Prepare a comprehensive proposal or report that presents the recommended solution or approach. </a:t>
          </a:r>
        </a:p>
      </dgm:t>
    </dgm:pt>
    <dgm:pt modelId="{BD6E4A2F-AF26-4DEC-9FFA-A788945AF254}" type="parTrans" cxnId="{CF016B19-9875-4DD8-8EA1-6D3EBF64637B}">
      <dgm:prSet/>
      <dgm:spPr/>
      <dgm:t>
        <a:bodyPr/>
        <a:lstStyle/>
        <a:p>
          <a:endParaRPr lang="en-US" sz="2000"/>
        </a:p>
      </dgm:t>
    </dgm:pt>
    <dgm:pt modelId="{B1554040-4B1E-4B33-B007-C8C27EC21FD0}" type="sibTrans" cxnId="{CF016B19-9875-4DD8-8EA1-6D3EBF64637B}">
      <dgm:prSet/>
      <dgm:spPr/>
      <dgm:t>
        <a:bodyPr/>
        <a:lstStyle/>
        <a:p>
          <a:endParaRPr lang="en-US" sz="2000"/>
        </a:p>
      </dgm:t>
    </dgm:pt>
    <dgm:pt modelId="{B54B460C-D9A9-43E8-AEF4-249770346F15}">
      <dgm:prSet custT="1"/>
      <dgm:spPr/>
      <dgm:t>
        <a:bodyPr/>
        <a:lstStyle/>
        <a:p>
          <a:pPr>
            <a:lnSpc>
              <a:spcPct val="100000"/>
            </a:lnSpc>
          </a:pPr>
          <a:r>
            <a:rPr lang="en-US" sz="2000"/>
            <a:t>Include a detailed implementation plan outlining the steps, milestones, resource requirements, and timelines. </a:t>
          </a:r>
        </a:p>
      </dgm:t>
    </dgm:pt>
    <dgm:pt modelId="{3832F45F-95A3-4F53-BCA3-8F40F3437027}" type="parTrans" cxnId="{E6980A34-92DB-4534-960D-23303DD6FA93}">
      <dgm:prSet/>
      <dgm:spPr/>
      <dgm:t>
        <a:bodyPr/>
        <a:lstStyle/>
        <a:p>
          <a:endParaRPr lang="en-US" sz="2000"/>
        </a:p>
      </dgm:t>
    </dgm:pt>
    <dgm:pt modelId="{943F3975-4BEE-490D-BDC2-34FB092FC7D1}" type="sibTrans" cxnId="{E6980A34-92DB-4534-960D-23303DD6FA93}">
      <dgm:prSet/>
      <dgm:spPr/>
      <dgm:t>
        <a:bodyPr/>
        <a:lstStyle/>
        <a:p>
          <a:endParaRPr lang="en-US" sz="2000"/>
        </a:p>
      </dgm:t>
    </dgm:pt>
    <dgm:pt modelId="{5B923D42-E3BC-4B2D-A5F2-0D81595DFB03}">
      <dgm:prSet custT="1"/>
      <dgm:spPr/>
      <dgm:t>
        <a:bodyPr/>
        <a:lstStyle/>
        <a:p>
          <a:pPr>
            <a:lnSpc>
              <a:spcPct val="100000"/>
            </a:lnSpc>
          </a:pPr>
          <a:r>
            <a:rPr lang="en-US" sz="2000"/>
            <a:t>Develop monitoring and evaluation frameworks to track progress, measure success, and ensure accountability. </a:t>
          </a:r>
        </a:p>
      </dgm:t>
    </dgm:pt>
    <dgm:pt modelId="{F5FD5054-A6E9-41C3-9198-A58800E97652}" type="parTrans" cxnId="{D87370F7-9F65-4F7E-BB17-A59D942361B7}">
      <dgm:prSet/>
      <dgm:spPr/>
      <dgm:t>
        <a:bodyPr/>
        <a:lstStyle/>
        <a:p>
          <a:endParaRPr lang="en-US" sz="2000"/>
        </a:p>
      </dgm:t>
    </dgm:pt>
    <dgm:pt modelId="{422F5C53-F93A-48C2-8C82-273C82316DAF}" type="sibTrans" cxnId="{D87370F7-9F65-4F7E-BB17-A59D942361B7}">
      <dgm:prSet/>
      <dgm:spPr/>
      <dgm:t>
        <a:bodyPr/>
        <a:lstStyle/>
        <a:p>
          <a:endParaRPr lang="en-US" sz="2000"/>
        </a:p>
      </dgm:t>
    </dgm:pt>
    <dgm:pt modelId="{57ED4D70-644F-4DD2-B26A-89BE8645E1F6}">
      <dgm:prSet custT="1"/>
      <dgm:spPr/>
      <dgm:t>
        <a:bodyPr/>
        <a:lstStyle/>
        <a:p>
          <a:pPr>
            <a:lnSpc>
              <a:spcPct val="100000"/>
            </a:lnSpc>
          </a:pPr>
          <a:r>
            <a:rPr lang="en-US" sz="2000"/>
            <a:t>Incorporate risk management strategies and contingency plans. </a:t>
          </a:r>
        </a:p>
      </dgm:t>
    </dgm:pt>
    <dgm:pt modelId="{CB7D2C4A-4441-4F4A-8402-D24C2BF103BA}" type="parTrans" cxnId="{EAAEA51E-2C5F-40A1-9AA9-2ED5B1F4F341}">
      <dgm:prSet/>
      <dgm:spPr/>
      <dgm:t>
        <a:bodyPr/>
        <a:lstStyle/>
        <a:p>
          <a:endParaRPr lang="en-US" sz="2000"/>
        </a:p>
      </dgm:t>
    </dgm:pt>
    <dgm:pt modelId="{EC205A97-71A0-4211-B62F-BEE4C53D31B6}" type="sibTrans" cxnId="{EAAEA51E-2C5F-40A1-9AA9-2ED5B1F4F341}">
      <dgm:prSet/>
      <dgm:spPr/>
      <dgm:t>
        <a:bodyPr/>
        <a:lstStyle/>
        <a:p>
          <a:endParaRPr lang="en-US" sz="2000"/>
        </a:p>
      </dgm:t>
    </dgm:pt>
    <dgm:pt modelId="{FFD8D222-0F4E-4F14-A619-ADC601AEFFC1}">
      <dgm:prSet custT="1"/>
      <dgm:spPr/>
      <dgm:t>
        <a:bodyPr/>
        <a:lstStyle/>
        <a:p>
          <a:pPr>
            <a:lnSpc>
              <a:spcPct val="100000"/>
            </a:lnSpc>
          </a:pPr>
          <a:r>
            <a:rPr lang="en-US" sz="2000"/>
            <a:t>Present the proposal or report to the relevant decision-makers, highlighting the benefits, challenges, and expected outcomes.</a:t>
          </a:r>
        </a:p>
      </dgm:t>
    </dgm:pt>
    <dgm:pt modelId="{D83DBE1E-D926-4AF2-AF29-75DE537380BA}" type="parTrans" cxnId="{722950BF-AB71-44D5-ADA1-AB9BED0B84D1}">
      <dgm:prSet/>
      <dgm:spPr/>
      <dgm:t>
        <a:bodyPr/>
        <a:lstStyle/>
        <a:p>
          <a:endParaRPr lang="en-US" sz="2000"/>
        </a:p>
      </dgm:t>
    </dgm:pt>
    <dgm:pt modelId="{110E59D8-35D4-40A1-BEFC-08A98544DE51}" type="sibTrans" cxnId="{722950BF-AB71-44D5-ADA1-AB9BED0B84D1}">
      <dgm:prSet/>
      <dgm:spPr/>
      <dgm:t>
        <a:bodyPr/>
        <a:lstStyle/>
        <a:p>
          <a:endParaRPr lang="en-US" sz="2000"/>
        </a:p>
      </dgm:t>
    </dgm:pt>
    <dgm:pt modelId="{FA05EE66-254B-4CC9-9A8C-B3C707E278BC}" type="pres">
      <dgm:prSet presAssocID="{9ED1D95C-CD3B-4EFB-9229-76C9C0F5FB05}" presName="root" presStyleCnt="0">
        <dgm:presLayoutVars>
          <dgm:dir/>
          <dgm:resizeHandles val="exact"/>
        </dgm:presLayoutVars>
      </dgm:prSet>
      <dgm:spPr/>
    </dgm:pt>
    <dgm:pt modelId="{ABDE55C8-54B3-428A-866B-202186711391}" type="pres">
      <dgm:prSet presAssocID="{A5DC1DCD-386D-47C5-854A-9D45D1074944}" presName="compNode" presStyleCnt="0"/>
      <dgm:spPr/>
    </dgm:pt>
    <dgm:pt modelId="{FEE1FA11-72C6-4F11-9416-01F2D9FF3ACB}" type="pres">
      <dgm:prSet presAssocID="{A5DC1DCD-386D-47C5-854A-9D45D1074944}" presName="bgRect" presStyleLbl="bgShp" presStyleIdx="0" presStyleCnt="5"/>
      <dgm:spPr/>
    </dgm:pt>
    <dgm:pt modelId="{657BC7FA-24B6-40A9-AD63-5C795D5E2983}" type="pres">
      <dgm:prSet presAssocID="{A5DC1DCD-386D-47C5-854A-9D45D107494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F3BE483C-6BFA-452B-B723-69359B8D79EE}" type="pres">
      <dgm:prSet presAssocID="{A5DC1DCD-386D-47C5-854A-9D45D1074944}" presName="spaceRect" presStyleCnt="0"/>
      <dgm:spPr/>
    </dgm:pt>
    <dgm:pt modelId="{1A8CAE6E-61DD-45BE-A45C-48EBC7C1A39E}" type="pres">
      <dgm:prSet presAssocID="{A5DC1DCD-386D-47C5-854A-9D45D1074944}" presName="parTx" presStyleLbl="revTx" presStyleIdx="0" presStyleCnt="5">
        <dgm:presLayoutVars>
          <dgm:chMax val="0"/>
          <dgm:chPref val="0"/>
        </dgm:presLayoutVars>
      </dgm:prSet>
      <dgm:spPr/>
    </dgm:pt>
    <dgm:pt modelId="{F1E1E6B2-2373-4544-A3C9-37EB599B1B21}" type="pres">
      <dgm:prSet presAssocID="{B1554040-4B1E-4B33-B007-C8C27EC21FD0}" presName="sibTrans" presStyleCnt="0"/>
      <dgm:spPr/>
    </dgm:pt>
    <dgm:pt modelId="{F7B5F841-8C39-48AA-8A43-BFCF1A28A48A}" type="pres">
      <dgm:prSet presAssocID="{B54B460C-D9A9-43E8-AEF4-249770346F15}" presName="compNode" presStyleCnt="0"/>
      <dgm:spPr/>
    </dgm:pt>
    <dgm:pt modelId="{4DCE4F2B-B222-44AE-BDAF-29C422666339}" type="pres">
      <dgm:prSet presAssocID="{B54B460C-D9A9-43E8-AEF4-249770346F15}" presName="bgRect" presStyleLbl="bgShp" presStyleIdx="1" presStyleCnt="5"/>
      <dgm:spPr/>
    </dgm:pt>
    <dgm:pt modelId="{F9EE72C8-3E4A-4DC9-851A-E8C202A34D87}" type="pres">
      <dgm:prSet presAssocID="{B54B460C-D9A9-43E8-AEF4-249770346F1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AF7CE56E-DFFA-4CC6-96A8-DFB50CE578A5}" type="pres">
      <dgm:prSet presAssocID="{B54B460C-D9A9-43E8-AEF4-249770346F15}" presName="spaceRect" presStyleCnt="0"/>
      <dgm:spPr/>
    </dgm:pt>
    <dgm:pt modelId="{137DCDA7-62DB-45DD-99A3-9C29BAE8A0FE}" type="pres">
      <dgm:prSet presAssocID="{B54B460C-D9A9-43E8-AEF4-249770346F15}" presName="parTx" presStyleLbl="revTx" presStyleIdx="1" presStyleCnt="5">
        <dgm:presLayoutVars>
          <dgm:chMax val="0"/>
          <dgm:chPref val="0"/>
        </dgm:presLayoutVars>
      </dgm:prSet>
      <dgm:spPr/>
    </dgm:pt>
    <dgm:pt modelId="{CA5B2280-E495-4A95-BF0A-6AC05D036EA7}" type="pres">
      <dgm:prSet presAssocID="{943F3975-4BEE-490D-BDC2-34FB092FC7D1}" presName="sibTrans" presStyleCnt="0"/>
      <dgm:spPr/>
    </dgm:pt>
    <dgm:pt modelId="{3D1266A4-E3B3-43EA-A34A-032D945D7FB9}" type="pres">
      <dgm:prSet presAssocID="{5B923D42-E3BC-4B2D-A5F2-0D81595DFB03}" presName="compNode" presStyleCnt="0"/>
      <dgm:spPr/>
    </dgm:pt>
    <dgm:pt modelId="{C4510D00-33B7-4998-9A69-7284AD10EED1}" type="pres">
      <dgm:prSet presAssocID="{5B923D42-E3BC-4B2D-A5F2-0D81595DFB03}" presName="bgRect" presStyleLbl="bgShp" presStyleIdx="2" presStyleCnt="5"/>
      <dgm:spPr/>
    </dgm:pt>
    <dgm:pt modelId="{92968654-215C-42B1-9F8B-356C014BF633}" type="pres">
      <dgm:prSet presAssocID="{5B923D42-E3BC-4B2D-A5F2-0D81595DFB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734DE70A-0295-4328-AC79-80CFDDF33C47}" type="pres">
      <dgm:prSet presAssocID="{5B923D42-E3BC-4B2D-A5F2-0D81595DFB03}" presName="spaceRect" presStyleCnt="0"/>
      <dgm:spPr/>
    </dgm:pt>
    <dgm:pt modelId="{39AA258C-A63E-43C3-9F57-4A2383299B09}" type="pres">
      <dgm:prSet presAssocID="{5B923D42-E3BC-4B2D-A5F2-0D81595DFB03}" presName="parTx" presStyleLbl="revTx" presStyleIdx="2" presStyleCnt="5">
        <dgm:presLayoutVars>
          <dgm:chMax val="0"/>
          <dgm:chPref val="0"/>
        </dgm:presLayoutVars>
      </dgm:prSet>
      <dgm:spPr/>
    </dgm:pt>
    <dgm:pt modelId="{0F98DF03-365C-4A8F-A793-DB45BA4FBD32}" type="pres">
      <dgm:prSet presAssocID="{422F5C53-F93A-48C2-8C82-273C82316DAF}" presName="sibTrans" presStyleCnt="0"/>
      <dgm:spPr/>
    </dgm:pt>
    <dgm:pt modelId="{28BE608A-12C1-47C5-9E4B-7DB3BEB9FB1E}" type="pres">
      <dgm:prSet presAssocID="{57ED4D70-644F-4DD2-B26A-89BE8645E1F6}" presName="compNode" presStyleCnt="0"/>
      <dgm:spPr/>
    </dgm:pt>
    <dgm:pt modelId="{F4269BEE-61D8-462B-ABB8-51F48FD3B8FD}" type="pres">
      <dgm:prSet presAssocID="{57ED4D70-644F-4DD2-B26A-89BE8645E1F6}" presName="bgRect" presStyleLbl="bgShp" presStyleIdx="3" presStyleCnt="5"/>
      <dgm:spPr/>
    </dgm:pt>
    <dgm:pt modelId="{39546EB5-9B34-4558-AEFF-DBB8FBF6696F}" type="pres">
      <dgm:prSet presAssocID="{57ED4D70-644F-4DD2-B26A-89BE8645E1F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rning"/>
        </a:ext>
      </dgm:extLst>
    </dgm:pt>
    <dgm:pt modelId="{0E0BACD6-2E02-4AE7-9A8D-8F69079F56ED}" type="pres">
      <dgm:prSet presAssocID="{57ED4D70-644F-4DD2-B26A-89BE8645E1F6}" presName="spaceRect" presStyleCnt="0"/>
      <dgm:spPr/>
    </dgm:pt>
    <dgm:pt modelId="{545E5040-B4E8-455F-B11B-A8E0AA3423DB}" type="pres">
      <dgm:prSet presAssocID="{57ED4D70-644F-4DD2-B26A-89BE8645E1F6}" presName="parTx" presStyleLbl="revTx" presStyleIdx="3" presStyleCnt="5">
        <dgm:presLayoutVars>
          <dgm:chMax val="0"/>
          <dgm:chPref val="0"/>
        </dgm:presLayoutVars>
      </dgm:prSet>
      <dgm:spPr/>
    </dgm:pt>
    <dgm:pt modelId="{0307F987-9899-483B-9263-F2A09A72BC29}" type="pres">
      <dgm:prSet presAssocID="{EC205A97-71A0-4211-B62F-BEE4C53D31B6}" presName="sibTrans" presStyleCnt="0"/>
      <dgm:spPr/>
    </dgm:pt>
    <dgm:pt modelId="{ECB6CE0A-E824-4943-8AC8-8C11A5EF766B}" type="pres">
      <dgm:prSet presAssocID="{FFD8D222-0F4E-4F14-A619-ADC601AEFFC1}" presName="compNode" presStyleCnt="0"/>
      <dgm:spPr/>
    </dgm:pt>
    <dgm:pt modelId="{C6096C54-5519-430E-9083-8ED1B11F273D}" type="pres">
      <dgm:prSet presAssocID="{FFD8D222-0F4E-4F14-A619-ADC601AEFFC1}" presName="bgRect" presStyleLbl="bgShp" presStyleIdx="4" presStyleCnt="5"/>
      <dgm:spPr/>
    </dgm:pt>
    <dgm:pt modelId="{E5C792F3-36CB-4551-9C6D-AD370AB87F9C}" type="pres">
      <dgm:prSet presAssocID="{FFD8D222-0F4E-4F14-A619-ADC601AEFFC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sentation with Checklist"/>
        </a:ext>
      </dgm:extLst>
    </dgm:pt>
    <dgm:pt modelId="{0743FAE0-E092-407E-BE1E-AB1A0F810FFE}" type="pres">
      <dgm:prSet presAssocID="{FFD8D222-0F4E-4F14-A619-ADC601AEFFC1}" presName="spaceRect" presStyleCnt="0"/>
      <dgm:spPr/>
    </dgm:pt>
    <dgm:pt modelId="{459673FA-7DCD-46F1-BC2C-C4F68659E7C5}" type="pres">
      <dgm:prSet presAssocID="{FFD8D222-0F4E-4F14-A619-ADC601AEFFC1}" presName="parTx" presStyleLbl="revTx" presStyleIdx="4" presStyleCnt="5">
        <dgm:presLayoutVars>
          <dgm:chMax val="0"/>
          <dgm:chPref val="0"/>
        </dgm:presLayoutVars>
      </dgm:prSet>
      <dgm:spPr/>
    </dgm:pt>
  </dgm:ptLst>
  <dgm:cxnLst>
    <dgm:cxn modelId="{CF016B19-9875-4DD8-8EA1-6D3EBF64637B}" srcId="{9ED1D95C-CD3B-4EFB-9229-76C9C0F5FB05}" destId="{A5DC1DCD-386D-47C5-854A-9D45D1074944}" srcOrd="0" destOrd="0" parTransId="{BD6E4A2F-AF26-4DEC-9FFA-A788945AF254}" sibTransId="{B1554040-4B1E-4B33-B007-C8C27EC21FD0}"/>
    <dgm:cxn modelId="{FBD01C1C-E99E-46D0-AF53-A34D5EDCDE2B}" type="presOf" srcId="{B54B460C-D9A9-43E8-AEF4-249770346F15}" destId="{137DCDA7-62DB-45DD-99A3-9C29BAE8A0FE}" srcOrd="0" destOrd="0" presId="urn:microsoft.com/office/officeart/2018/2/layout/IconVerticalSolidList"/>
    <dgm:cxn modelId="{EAAEA51E-2C5F-40A1-9AA9-2ED5B1F4F341}" srcId="{9ED1D95C-CD3B-4EFB-9229-76C9C0F5FB05}" destId="{57ED4D70-644F-4DD2-B26A-89BE8645E1F6}" srcOrd="3" destOrd="0" parTransId="{CB7D2C4A-4441-4F4A-8402-D24C2BF103BA}" sibTransId="{EC205A97-71A0-4211-B62F-BEE4C53D31B6}"/>
    <dgm:cxn modelId="{3648C42B-64D0-4D96-B087-4A4BCC04396D}" type="presOf" srcId="{FFD8D222-0F4E-4F14-A619-ADC601AEFFC1}" destId="{459673FA-7DCD-46F1-BC2C-C4F68659E7C5}" srcOrd="0" destOrd="0" presId="urn:microsoft.com/office/officeart/2018/2/layout/IconVerticalSolidList"/>
    <dgm:cxn modelId="{E6980A34-92DB-4534-960D-23303DD6FA93}" srcId="{9ED1D95C-CD3B-4EFB-9229-76C9C0F5FB05}" destId="{B54B460C-D9A9-43E8-AEF4-249770346F15}" srcOrd="1" destOrd="0" parTransId="{3832F45F-95A3-4F53-BCA3-8F40F3437027}" sibTransId="{943F3975-4BEE-490D-BDC2-34FB092FC7D1}"/>
    <dgm:cxn modelId="{EB02657F-FE69-4720-802D-CE05190AF738}" type="presOf" srcId="{57ED4D70-644F-4DD2-B26A-89BE8645E1F6}" destId="{545E5040-B4E8-455F-B11B-A8E0AA3423DB}" srcOrd="0" destOrd="0" presId="urn:microsoft.com/office/officeart/2018/2/layout/IconVerticalSolidList"/>
    <dgm:cxn modelId="{0F9F3D82-0D6B-41DF-8502-AAF9262BFEA7}" type="presOf" srcId="{5B923D42-E3BC-4B2D-A5F2-0D81595DFB03}" destId="{39AA258C-A63E-43C3-9F57-4A2383299B09}" srcOrd="0" destOrd="0" presId="urn:microsoft.com/office/officeart/2018/2/layout/IconVerticalSolidList"/>
    <dgm:cxn modelId="{722950BF-AB71-44D5-ADA1-AB9BED0B84D1}" srcId="{9ED1D95C-CD3B-4EFB-9229-76C9C0F5FB05}" destId="{FFD8D222-0F4E-4F14-A619-ADC601AEFFC1}" srcOrd="4" destOrd="0" parTransId="{D83DBE1E-D926-4AF2-AF29-75DE537380BA}" sibTransId="{110E59D8-35D4-40A1-BEFC-08A98544DE51}"/>
    <dgm:cxn modelId="{47DC33DC-A624-45F5-9EF9-BDCB43BD2BB2}" type="presOf" srcId="{A5DC1DCD-386D-47C5-854A-9D45D1074944}" destId="{1A8CAE6E-61DD-45BE-A45C-48EBC7C1A39E}" srcOrd="0" destOrd="0" presId="urn:microsoft.com/office/officeart/2018/2/layout/IconVerticalSolidList"/>
    <dgm:cxn modelId="{D87370F7-9F65-4F7E-BB17-A59D942361B7}" srcId="{9ED1D95C-CD3B-4EFB-9229-76C9C0F5FB05}" destId="{5B923D42-E3BC-4B2D-A5F2-0D81595DFB03}" srcOrd="2" destOrd="0" parTransId="{F5FD5054-A6E9-41C3-9198-A58800E97652}" sibTransId="{422F5C53-F93A-48C2-8C82-273C82316DAF}"/>
    <dgm:cxn modelId="{B8CB2EF9-283D-45B6-823E-97DD39D006D0}" type="presOf" srcId="{9ED1D95C-CD3B-4EFB-9229-76C9C0F5FB05}" destId="{FA05EE66-254B-4CC9-9A8C-B3C707E278BC}" srcOrd="0" destOrd="0" presId="urn:microsoft.com/office/officeart/2018/2/layout/IconVerticalSolidList"/>
    <dgm:cxn modelId="{D921CC8C-834D-41DD-A582-4EF50DA559C7}" type="presParOf" srcId="{FA05EE66-254B-4CC9-9A8C-B3C707E278BC}" destId="{ABDE55C8-54B3-428A-866B-202186711391}" srcOrd="0" destOrd="0" presId="urn:microsoft.com/office/officeart/2018/2/layout/IconVerticalSolidList"/>
    <dgm:cxn modelId="{BF750741-FCDF-491E-BF46-B07E484CCBF4}" type="presParOf" srcId="{ABDE55C8-54B3-428A-866B-202186711391}" destId="{FEE1FA11-72C6-4F11-9416-01F2D9FF3ACB}" srcOrd="0" destOrd="0" presId="urn:microsoft.com/office/officeart/2018/2/layout/IconVerticalSolidList"/>
    <dgm:cxn modelId="{8A9513D9-2CAF-4249-89C1-148CA8A27798}" type="presParOf" srcId="{ABDE55C8-54B3-428A-866B-202186711391}" destId="{657BC7FA-24B6-40A9-AD63-5C795D5E2983}" srcOrd="1" destOrd="0" presId="urn:microsoft.com/office/officeart/2018/2/layout/IconVerticalSolidList"/>
    <dgm:cxn modelId="{DA230452-B8BD-44F3-96A6-E6A69EEA6B29}" type="presParOf" srcId="{ABDE55C8-54B3-428A-866B-202186711391}" destId="{F3BE483C-6BFA-452B-B723-69359B8D79EE}" srcOrd="2" destOrd="0" presId="urn:microsoft.com/office/officeart/2018/2/layout/IconVerticalSolidList"/>
    <dgm:cxn modelId="{425AA9D4-D47B-4682-AE6F-2F973C6133CA}" type="presParOf" srcId="{ABDE55C8-54B3-428A-866B-202186711391}" destId="{1A8CAE6E-61DD-45BE-A45C-48EBC7C1A39E}" srcOrd="3" destOrd="0" presId="urn:microsoft.com/office/officeart/2018/2/layout/IconVerticalSolidList"/>
    <dgm:cxn modelId="{63EF9D66-89A0-43ED-85AB-3B18851B7B00}" type="presParOf" srcId="{FA05EE66-254B-4CC9-9A8C-B3C707E278BC}" destId="{F1E1E6B2-2373-4544-A3C9-37EB599B1B21}" srcOrd="1" destOrd="0" presId="urn:microsoft.com/office/officeart/2018/2/layout/IconVerticalSolidList"/>
    <dgm:cxn modelId="{2DF0B229-06EB-4466-96AA-B3C97346C927}" type="presParOf" srcId="{FA05EE66-254B-4CC9-9A8C-B3C707E278BC}" destId="{F7B5F841-8C39-48AA-8A43-BFCF1A28A48A}" srcOrd="2" destOrd="0" presId="urn:microsoft.com/office/officeart/2018/2/layout/IconVerticalSolidList"/>
    <dgm:cxn modelId="{833ADD1F-47F5-4A16-A1D4-C2891ED66C82}" type="presParOf" srcId="{F7B5F841-8C39-48AA-8A43-BFCF1A28A48A}" destId="{4DCE4F2B-B222-44AE-BDAF-29C422666339}" srcOrd="0" destOrd="0" presId="urn:microsoft.com/office/officeart/2018/2/layout/IconVerticalSolidList"/>
    <dgm:cxn modelId="{27F7806D-027A-4F72-9C58-095C2390985B}" type="presParOf" srcId="{F7B5F841-8C39-48AA-8A43-BFCF1A28A48A}" destId="{F9EE72C8-3E4A-4DC9-851A-E8C202A34D87}" srcOrd="1" destOrd="0" presId="urn:microsoft.com/office/officeart/2018/2/layout/IconVerticalSolidList"/>
    <dgm:cxn modelId="{DBF41CB8-556E-4E05-9B51-171AB6FA2D8B}" type="presParOf" srcId="{F7B5F841-8C39-48AA-8A43-BFCF1A28A48A}" destId="{AF7CE56E-DFFA-4CC6-96A8-DFB50CE578A5}" srcOrd="2" destOrd="0" presId="urn:microsoft.com/office/officeart/2018/2/layout/IconVerticalSolidList"/>
    <dgm:cxn modelId="{3E0F55CC-CDC9-4D69-9DBD-267CA46FED50}" type="presParOf" srcId="{F7B5F841-8C39-48AA-8A43-BFCF1A28A48A}" destId="{137DCDA7-62DB-45DD-99A3-9C29BAE8A0FE}" srcOrd="3" destOrd="0" presId="urn:microsoft.com/office/officeart/2018/2/layout/IconVerticalSolidList"/>
    <dgm:cxn modelId="{3BED956C-D7A8-4A89-8B15-FF9E42347AC4}" type="presParOf" srcId="{FA05EE66-254B-4CC9-9A8C-B3C707E278BC}" destId="{CA5B2280-E495-4A95-BF0A-6AC05D036EA7}" srcOrd="3" destOrd="0" presId="urn:microsoft.com/office/officeart/2018/2/layout/IconVerticalSolidList"/>
    <dgm:cxn modelId="{47475633-C54A-43FD-BAAC-C44B254D6DCE}" type="presParOf" srcId="{FA05EE66-254B-4CC9-9A8C-B3C707E278BC}" destId="{3D1266A4-E3B3-43EA-A34A-032D945D7FB9}" srcOrd="4" destOrd="0" presId="urn:microsoft.com/office/officeart/2018/2/layout/IconVerticalSolidList"/>
    <dgm:cxn modelId="{38626A6C-CF02-44FE-8C4A-FD041378CEFF}" type="presParOf" srcId="{3D1266A4-E3B3-43EA-A34A-032D945D7FB9}" destId="{C4510D00-33B7-4998-9A69-7284AD10EED1}" srcOrd="0" destOrd="0" presId="urn:microsoft.com/office/officeart/2018/2/layout/IconVerticalSolidList"/>
    <dgm:cxn modelId="{2C74F64F-B6D4-4567-A64C-8DABB687BC33}" type="presParOf" srcId="{3D1266A4-E3B3-43EA-A34A-032D945D7FB9}" destId="{92968654-215C-42B1-9F8B-356C014BF633}" srcOrd="1" destOrd="0" presId="urn:microsoft.com/office/officeart/2018/2/layout/IconVerticalSolidList"/>
    <dgm:cxn modelId="{E377DB75-2FD8-4618-AD64-BEB32A00B11B}" type="presParOf" srcId="{3D1266A4-E3B3-43EA-A34A-032D945D7FB9}" destId="{734DE70A-0295-4328-AC79-80CFDDF33C47}" srcOrd="2" destOrd="0" presId="urn:microsoft.com/office/officeart/2018/2/layout/IconVerticalSolidList"/>
    <dgm:cxn modelId="{ABEAE96F-C902-4C78-9791-A814E20C9035}" type="presParOf" srcId="{3D1266A4-E3B3-43EA-A34A-032D945D7FB9}" destId="{39AA258C-A63E-43C3-9F57-4A2383299B09}" srcOrd="3" destOrd="0" presId="urn:microsoft.com/office/officeart/2018/2/layout/IconVerticalSolidList"/>
    <dgm:cxn modelId="{A0A54918-9916-4D55-963F-539C6E7D4038}" type="presParOf" srcId="{FA05EE66-254B-4CC9-9A8C-B3C707E278BC}" destId="{0F98DF03-365C-4A8F-A793-DB45BA4FBD32}" srcOrd="5" destOrd="0" presId="urn:microsoft.com/office/officeart/2018/2/layout/IconVerticalSolidList"/>
    <dgm:cxn modelId="{13D2F9A7-FE74-48F4-A50A-C330C1B08DC0}" type="presParOf" srcId="{FA05EE66-254B-4CC9-9A8C-B3C707E278BC}" destId="{28BE608A-12C1-47C5-9E4B-7DB3BEB9FB1E}" srcOrd="6" destOrd="0" presId="urn:microsoft.com/office/officeart/2018/2/layout/IconVerticalSolidList"/>
    <dgm:cxn modelId="{5BFA4B37-0846-42C7-B913-2153B45BA624}" type="presParOf" srcId="{28BE608A-12C1-47C5-9E4B-7DB3BEB9FB1E}" destId="{F4269BEE-61D8-462B-ABB8-51F48FD3B8FD}" srcOrd="0" destOrd="0" presId="urn:microsoft.com/office/officeart/2018/2/layout/IconVerticalSolidList"/>
    <dgm:cxn modelId="{FFFA8FBE-ABCF-4794-9FDB-C73C2AFE52EA}" type="presParOf" srcId="{28BE608A-12C1-47C5-9E4B-7DB3BEB9FB1E}" destId="{39546EB5-9B34-4558-AEFF-DBB8FBF6696F}" srcOrd="1" destOrd="0" presId="urn:microsoft.com/office/officeart/2018/2/layout/IconVerticalSolidList"/>
    <dgm:cxn modelId="{1FAFB52A-0B99-4167-9A6D-71E5A4032A77}" type="presParOf" srcId="{28BE608A-12C1-47C5-9E4B-7DB3BEB9FB1E}" destId="{0E0BACD6-2E02-4AE7-9A8D-8F69079F56ED}" srcOrd="2" destOrd="0" presId="urn:microsoft.com/office/officeart/2018/2/layout/IconVerticalSolidList"/>
    <dgm:cxn modelId="{1F57596A-AEE6-45F8-BE7A-5A3450482885}" type="presParOf" srcId="{28BE608A-12C1-47C5-9E4B-7DB3BEB9FB1E}" destId="{545E5040-B4E8-455F-B11B-A8E0AA3423DB}" srcOrd="3" destOrd="0" presId="urn:microsoft.com/office/officeart/2018/2/layout/IconVerticalSolidList"/>
    <dgm:cxn modelId="{AAA4375E-36FD-4053-A08E-8F6040E70745}" type="presParOf" srcId="{FA05EE66-254B-4CC9-9A8C-B3C707E278BC}" destId="{0307F987-9899-483B-9263-F2A09A72BC29}" srcOrd="7" destOrd="0" presId="urn:microsoft.com/office/officeart/2018/2/layout/IconVerticalSolidList"/>
    <dgm:cxn modelId="{563BDBDD-E2C3-4C57-B822-E184F209E951}" type="presParOf" srcId="{FA05EE66-254B-4CC9-9A8C-B3C707E278BC}" destId="{ECB6CE0A-E824-4943-8AC8-8C11A5EF766B}" srcOrd="8" destOrd="0" presId="urn:microsoft.com/office/officeart/2018/2/layout/IconVerticalSolidList"/>
    <dgm:cxn modelId="{FD55672F-B2F4-478E-9A5E-5CB5CFB87674}" type="presParOf" srcId="{ECB6CE0A-E824-4943-8AC8-8C11A5EF766B}" destId="{C6096C54-5519-430E-9083-8ED1B11F273D}" srcOrd="0" destOrd="0" presId="urn:microsoft.com/office/officeart/2018/2/layout/IconVerticalSolidList"/>
    <dgm:cxn modelId="{89F1F2C2-9102-42E6-918F-1D618BA075F7}" type="presParOf" srcId="{ECB6CE0A-E824-4943-8AC8-8C11A5EF766B}" destId="{E5C792F3-36CB-4551-9C6D-AD370AB87F9C}" srcOrd="1" destOrd="0" presId="urn:microsoft.com/office/officeart/2018/2/layout/IconVerticalSolidList"/>
    <dgm:cxn modelId="{C3E48C70-0563-434A-8C83-7BBF9112F2FE}" type="presParOf" srcId="{ECB6CE0A-E824-4943-8AC8-8C11A5EF766B}" destId="{0743FAE0-E092-407E-BE1E-AB1A0F810FFE}" srcOrd="2" destOrd="0" presId="urn:microsoft.com/office/officeart/2018/2/layout/IconVerticalSolidList"/>
    <dgm:cxn modelId="{30337D89-8602-4A86-B002-8EA1B00F5C12}" type="presParOf" srcId="{ECB6CE0A-E824-4943-8AC8-8C11A5EF766B}" destId="{459673FA-7DCD-46F1-BC2C-C4F68659E7C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25105DE-61EE-4BC4-86F4-146B158A99E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276B80E-EF1A-4B2C-B86C-F68C9108516A}">
      <dgm:prSet custT="1"/>
      <dgm:spPr/>
      <dgm:t>
        <a:bodyPr/>
        <a:lstStyle/>
        <a:p>
          <a:pPr>
            <a:lnSpc>
              <a:spcPct val="100000"/>
            </a:lnSpc>
          </a:pPr>
          <a:r>
            <a:rPr lang="en-US" sz="2000"/>
            <a:t>Keep seeking approval and once the solution is approved, mobilize the necessary resources, including personnel, budget, and infrastructure. </a:t>
          </a:r>
        </a:p>
      </dgm:t>
    </dgm:pt>
    <dgm:pt modelId="{5E390FF8-EBBF-40AC-B0B0-4C221791BECB}" type="parTrans" cxnId="{606983EB-3B04-4596-8A8B-E0752B7ED226}">
      <dgm:prSet/>
      <dgm:spPr/>
      <dgm:t>
        <a:bodyPr/>
        <a:lstStyle/>
        <a:p>
          <a:endParaRPr lang="en-US" sz="2000"/>
        </a:p>
      </dgm:t>
    </dgm:pt>
    <dgm:pt modelId="{F0C4B781-D264-487C-8E6B-68FF319BBA7E}" type="sibTrans" cxnId="{606983EB-3B04-4596-8A8B-E0752B7ED226}">
      <dgm:prSet/>
      <dgm:spPr/>
      <dgm:t>
        <a:bodyPr/>
        <a:lstStyle/>
        <a:p>
          <a:endParaRPr lang="en-US" sz="2000"/>
        </a:p>
      </dgm:t>
    </dgm:pt>
    <dgm:pt modelId="{D8374A7B-46E5-4F9B-B4F5-608AEA25669C}">
      <dgm:prSet custT="1"/>
      <dgm:spPr/>
      <dgm:t>
        <a:bodyPr/>
        <a:lstStyle/>
        <a:p>
          <a:pPr>
            <a:lnSpc>
              <a:spcPct val="100000"/>
            </a:lnSpc>
          </a:pPr>
          <a:r>
            <a:rPr lang="en-US" sz="2000"/>
            <a:t>Develop detailed action plans, assign responsibilities, and establish clear communication channels. </a:t>
          </a:r>
        </a:p>
      </dgm:t>
    </dgm:pt>
    <dgm:pt modelId="{5AFFF291-E8F5-47C9-BF7D-A11B2B4829E6}" type="parTrans" cxnId="{32B43495-5E6A-41C9-9487-3252C47F18EB}">
      <dgm:prSet/>
      <dgm:spPr/>
      <dgm:t>
        <a:bodyPr/>
        <a:lstStyle/>
        <a:p>
          <a:endParaRPr lang="en-US" sz="2000"/>
        </a:p>
      </dgm:t>
    </dgm:pt>
    <dgm:pt modelId="{DFC62989-8D38-4F3E-89A6-F3DD503D4651}" type="sibTrans" cxnId="{32B43495-5E6A-41C9-9487-3252C47F18EB}">
      <dgm:prSet/>
      <dgm:spPr/>
      <dgm:t>
        <a:bodyPr/>
        <a:lstStyle/>
        <a:p>
          <a:endParaRPr lang="en-US" sz="2000"/>
        </a:p>
      </dgm:t>
    </dgm:pt>
    <dgm:pt modelId="{690AF00F-BE54-411F-AAEB-B241B9844411}">
      <dgm:prSet custT="1"/>
      <dgm:spPr/>
      <dgm:t>
        <a:bodyPr/>
        <a:lstStyle/>
        <a:p>
          <a:pPr>
            <a:lnSpc>
              <a:spcPct val="100000"/>
            </a:lnSpc>
          </a:pPr>
          <a:r>
            <a:rPr lang="en-US" sz="2000"/>
            <a:t>Provide training and capacity building to ensure effective implementation. </a:t>
          </a:r>
        </a:p>
      </dgm:t>
    </dgm:pt>
    <dgm:pt modelId="{827F379E-F48A-4935-8A58-FF8743F53277}" type="parTrans" cxnId="{B3E2055F-F555-417E-9F7D-C8E8D00FA40A}">
      <dgm:prSet/>
      <dgm:spPr/>
      <dgm:t>
        <a:bodyPr/>
        <a:lstStyle/>
        <a:p>
          <a:endParaRPr lang="en-US" sz="2000"/>
        </a:p>
      </dgm:t>
    </dgm:pt>
    <dgm:pt modelId="{D49304C5-F1F8-4555-A277-7295821F5712}" type="sibTrans" cxnId="{B3E2055F-F555-417E-9F7D-C8E8D00FA40A}">
      <dgm:prSet/>
      <dgm:spPr/>
      <dgm:t>
        <a:bodyPr/>
        <a:lstStyle/>
        <a:p>
          <a:endParaRPr lang="en-US" sz="2000"/>
        </a:p>
      </dgm:t>
    </dgm:pt>
    <dgm:pt modelId="{8D2B83D4-3291-4E58-B435-AE5DC87F1719}">
      <dgm:prSet custT="1"/>
      <dgm:spPr/>
      <dgm:t>
        <a:bodyPr/>
        <a:lstStyle/>
        <a:p>
          <a:pPr>
            <a:lnSpc>
              <a:spcPct val="100000"/>
            </a:lnSpc>
          </a:pPr>
          <a:r>
            <a:rPr lang="en-US" sz="2000"/>
            <a:t>Monitor progress regularly, track key performance indicators, and address any challenges or obstacles that arise. </a:t>
          </a:r>
        </a:p>
      </dgm:t>
    </dgm:pt>
    <dgm:pt modelId="{96577836-7EBC-46C2-8199-82B6BEE36DFF}" type="parTrans" cxnId="{57F4AB13-B44D-441A-8205-50F9EE51D1EB}">
      <dgm:prSet/>
      <dgm:spPr/>
      <dgm:t>
        <a:bodyPr/>
        <a:lstStyle/>
        <a:p>
          <a:endParaRPr lang="en-US" sz="2000"/>
        </a:p>
      </dgm:t>
    </dgm:pt>
    <dgm:pt modelId="{631C1268-CF5B-45C7-AA48-9E6F24C45811}" type="sibTrans" cxnId="{57F4AB13-B44D-441A-8205-50F9EE51D1EB}">
      <dgm:prSet/>
      <dgm:spPr/>
      <dgm:t>
        <a:bodyPr/>
        <a:lstStyle/>
        <a:p>
          <a:endParaRPr lang="en-US" sz="2000"/>
        </a:p>
      </dgm:t>
    </dgm:pt>
    <dgm:pt modelId="{AF46EA32-847C-4C26-A17F-3645828C95E7}">
      <dgm:prSet custT="1"/>
      <dgm:spPr/>
      <dgm:t>
        <a:bodyPr/>
        <a:lstStyle/>
        <a:p>
          <a:pPr>
            <a:lnSpc>
              <a:spcPct val="100000"/>
            </a:lnSpc>
          </a:pPr>
          <a:r>
            <a:rPr lang="en-US" sz="2000"/>
            <a:t>Engage stakeholders throughout the implementation process and maintain their support.</a:t>
          </a:r>
        </a:p>
      </dgm:t>
    </dgm:pt>
    <dgm:pt modelId="{397C85E0-F4CF-416C-9CDD-BB509C5122AD}" type="parTrans" cxnId="{F882A583-E267-4A7A-9E39-1E4A1605BC6B}">
      <dgm:prSet/>
      <dgm:spPr/>
      <dgm:t>
        <a:bodyPr/>
        <a:lstStyle/>
        <a:p>
          <a:endParaRPr lang="en-US" sz="2000"/>
        </a:p>
      </dgm:t>
    </dgm:pt>
    <dgm:pt modelId="{060F8E0E-69C5-4213-ADA5-BE8882D8C1C2}" type="sibTrans" cxnId="{F882A583-E267-4A7A-9E39-1E4A1605BC6B}">
      <dgm:prSet/>
      <dgm:spPr/>
      <dgm:t>
        <a:bodyPr/>
        <a:lstStyle/>
        <a:p>
          <a:endParaRPr lang="en-US" sz="2000"/>
        </a:p>
      </dgm:t>
    </dgm:pt>
    <dgm:pt modelId="{57441601-0C8C-45BF-ABD6-E35FBF94EFF1}" type="pres">
      <dgm:prSet presAssocID="{025105DE-61EE-4BC4-86F4-146B158A99E4}" presName="root" presStyleCnt="0">
        <dgm:presLayoutVars>
          <dgm:dir/>
          <dgm:resizeHandles val="exact"/>
        </dgm:presLayoutVars>
      </dgm:prSet>
      <dgm:spPr/>
    </dgm:pt>
    <dgm:pt modelId="{22C1BC1F-4510-4E9D-AA2F-360E3128267B}" type="pres">
      <dgm:prSet presAssocID="{9276B80E-EF1A-4B2C-B86C-F68C9108516A}" presName="compNode" presStyleCnt="0"/>
      <dgm:spPr/>
    </dgm:pt>
    <dgm:pt modelId="{6CE60A3B-AA8D-45C4-9970-D990B1DB5DB8}" type="pres">
      <dgm:prSet presAssocID="{9276B80E-EF1A-4B2C-B86C-F68C9108516A}" presName="bgRect" presStyleLbl="bgShp" presStyleIdx="0" presStyleCnt="5"/>
      <dgm:spPr/>
    </dgm:pt>
    <dgm:pt modelId="{749A0E6D-D2B3-4742-A959-A3980678016C}" type="pres">
      <dgm:prSet presAssocID="{9276B80E-EF1A-4B2C-B86C-F68C9108516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D6D00D02-A79A-415B-AB33-F38F38DB7847}" type="pres">
      <dgm:prSet presAssocID="{9276B80E-EF1A-4B2C-B86C-F68C9108516A}" presName="spaceRect" presStyleCnt="0"/>
      <dgm:spPr/>
    </dgm:pt>
    <dgm:pt modelId="{E4122B16-31EC-4FF4-BFBC-2C395A04DFCA}" type="pres">
      <dgm:prSet presAssocID="{9276B80E-EF1A-4B2C-B86C-F68C9108516A}" presName="parTx" presStyleLbl="revTx" presStyleIdx="0" presStyleCnt="5">
        <dgm:presLayoutVars>
          <dgm:chMax val="0"/>
          <dgm:chPref val="0"/>
        </dgm:presLayoutVars>
      </dgm:prSet>
      <dgm:spPr/>
    </dgm:pt>
    <dgm:pt modelId="{940B6E46-D05E-4317-90E2-B95266D2B73C}" type="pres">
      <dgm:prSet presAssocID="{F0C4B781-D264-487C-8E6B-68FF319BBA7E}" presName="sibTrans" presStyleCnt="0"/>
      <dgm:spPr/>
    </dgm:pt>
    <dgm:pt modelId="{1D09D094-4650-4274-B7A0-130A65C47980}" type="pres">
      <dgm:prSet presAssocID="{D8374A7B-46E5-4F9B-B4F5-608AEA25669C}" presName="compNode" presStyleCnt="0"/>
      <dgm:spPr/>
    </dgm:pt>
    <dgm:pt modelId="{0C42D0E6-DE0F-4B59-9DD7-2F57F1B47540}" type="pres">
      <dgm:prSet presAssocID="{D8374A7B-46E5-4F9B-B4F5-608AEA25669C}" presName="bgRect" presStyleLbl="bgShp" presStyleIdx="1" presStyleCnt="5"/>
      <dgm:spPr/>
    </dgm:pt>
    <dgm:pt modelId="{D67EF542-B0A0-4CDE-B94B-13FB2B947C24}" type="pres">
      <dgm:prSet presAssocID="{D8374A7B-46E5-4F9B-B4F5-608AEA25669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book"/>
        </a:ext>
      </dgm:extLst>
    </dgm:pt>
    <dgm:pt modelId="{F49A3C31-0EA4-48FF-A38C-9DD56E7DF2E0}" type="pres">
      <dgm:prSet presAssocID="{D8374A7B-46E5-4F9B-B4F5-608AEA25669C}" presName="spaceRect" presStyleCnt="0"/>
      <dgm:spPr/>
    </dgm:pt>
    <dgm:pt modelId="{F1A7E7B8-484A-445D-9E71-EF4E9A18D50A}" type="pres">
      <dgm:prSet presAssocID="{D8374A7B-46E5-4F9B-B4F5-608AEA25669C}" presName="parTx" presStyleLbl="revTx" presStyleIdx="1" presStyleCnt="5">
        <dgm:presLayoutVars>
          <dgm:chMax val="0"/>
          <dgm:chPref val="0"/>
        </dgm:presLayoutVars>
      </dgm:prSet>
      <dgm:spPr/>
    </dgm:pt>
    <dgm:pt modelId="{418B7033-4EF0-436B-8C46-E2DAD8CEE8C8}" type="pres">
      <dgm:prSet presAssocID="{DFC62989-8D38-4F3E-89A6-F3DD503D4651}" presName="sibTrans" presStyleCnt="0"/>
      <dgm:spPr/>
    </dgm:pt>
    <dgm:pt modelId="{DC87A676-0AFE-45CF-B590-C590CBF62029}" type="pres">
      <dgm:prSet presAssocID="{690AF00F-BE54-411F-AAEB-B241B9844411}" presName="compNode" presStyleCnt="0"/>
      <dgm:spPr/>
    </dgm:pt>
    <dgm:pt modelId="{13CB73D5-6900-4911-91E5-8C5243E19813}" type="pres">
      <dgm:prSet presAssocID="{690AF00F-BE54-411F-AAEB-B241B9844411}" presName="bgRect" presStyleLbl="bgShp" presStyleIdx="2" presStyleCnt="5"/>
      <dgm:spPr/>
    </dgm:pt>
    <dgm:pt modelId="{DD43E333-E5B7-490A-8C46-42FBA299DC97}" type="pres">
      <dgm:prSet presAssocID="{690AF00F-BE54-411F-AAEB-B241B984441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75126D3D-BA35-4827-9E6F-DE380DE3D557}" type="pres">
      <dgm:prSet presAssocID="{690AF00F-BE54-411F-AAEB-B241B9844411}" presName="spaceRect" presStyleCnt="0"/>
      <dgm:spPr/>
    </dgm:pt>
    <dgm:pt modelId="{235E4807-BF5D-41CB-B0A8-72B85EDAF0A6}" type="pres">
      <dgm:prSet presAssocID="{690AF00F-BE54-411F-AAEB-B241B9844411}" presName="parTx" presStyleLbl="revTx" presStyleIdx="2" presStyleCnt="5">
        <dgm:presLayoutVars>
          <dgm:chMax val="0"/>
          <dgm:chPref val="0"/>
        </dgm:presLayoutVars>
      </dgm:prSet>
      <dgm:spPr/>
    </dgm:pt>
    <dgm:pt modelId="{4283FEC3-9178-49FF-B374-E86916B8C88E}" type="pres">
      <dgm:prSet presAssocID="{D49304C5-F1F8-4555-A277-7295821F5712}" presName="sibTrans" presStyleCnt="0"/>
      <dgm:spPr/>
    </dgm:pt>
    <dgm:pt modelId="{A733C4E7-1779-42CD-AD35-10D21F11BFFF}" type="pres">
      <dgm:prSet presAssocID="{8D2B83D4-3291-4E58-B435-AE5DC87F1719}" presName="compNode" presStyleCnt="0"/>
      <dgm:spPr/>
    </dgm:pt>
    <dgm:pt modelId="{B05ACEC0-F022-48A9-A980-99EE981577C0}" type="pres">
      <dgm:prSet presAssocID="{8D2B83D4-3291-4E58-B435-AE5DC87F1719}" presName="bgRect" presStyleLbl="bgShp" presStyleIdx="3" presStyleCnt="5"/>
      <dgm:spPr/>
    </dgm:pt>
    <dgm:pt modelId="{54BB2B29-B672-4D7B-B8EC-749CF8AE4ABD}" type="pres">
      <dgm:prSet presAssocID="{8D2B83D4-3291-4E58-B435-AE5DC87F171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58F934D1-0523-4DDD-8B97-767ECDF5F87E}" type="pres">
      <dgm:prSet presAssocID="{8D2B83D4-3291-4E58-B435-AE5DC87F1719}" presName="spaceRect" presStyleCnt="0"/>
      <dgm:spPr/>
    </dgm:pt>
    <dgm:pt modelId="{BDD05848-ADAE-4182-881C-9390C8BC4B15}" type="pres">
      <dgm:prSet presAssocID="{8D2B83D4-3291-4E58-B435-AE5DC87F1719}" presName="parTx" presStyleLbl="revTx" presStyleIdx="3" presStyleCnt="5">
        <dgm:presLayoutVars>
          <dgm:chMax val="0"/>
          <dgm:chPref val="0"/>
        </dgm:presLayoutVars>
      </dgm:prSet>
      <dgm:spPr/>
    </dgm:pt>
    <dgm:pt modelId="{6E7ADAC8-4254-4EF9-B581-23C52F7AEB6A}" type="pres">
      <dgm:prSet presAssocID="{631C1268-CF5B-45C7-AA48-9E6F24C45811}" presName="sibTrans" presStyleCnt="0"/>
      <dgm:spPr/>
    </dgm:pt>
    <dgm:pt modelId="{DC598D21-1DFE-486E-B6BE-520BCFCA147F}" type="pres">
      <dgm:prSet presAssocID="{AF46EA32-847C-4C26-A17F-3645828C95E7}" presName="compNode" presStyleCnt="0"/>
      <dgm:spPr/>
    </dgm:pt>
    <dgm:pt modelId="{88AD9205-E5BF-4840-B809-CA39427A9B28}" type="pres">
      <dgm:prSet presAssocID="{AF46EA32-847C-4C26-A17F-3645828C95E7}" presName="bgRect" presStyleLbl="bgShp" presStyleIdx="4" presStyleCnt="5"/>
      <dgm:spPr/>
    </dgm:pt>
    <dgm:pt modelId="{9C89EAB3-F6A6-4885-86C7-5B561B0C450B}" type="pres">
      <dgm:prSet presAssocID="{AF46EA32-847C-4C26-A17F-3645828C95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03F3C2B5-7207-47CA-90A6-74EB1FAAD288}" type="pres">
      <dgm:prSet presAssocID="{AF46EA32-847C-4C26-A17F-3645828C95E7}" presName="spaceRect" presStyleCnt="0"/>
      <dgm:spPr/>
    </dgm:pt>
    <dgm:pt modelId="{B12F6296-2DA7-4CA7-9C4C-015A4F477CED}" type="pres">
      <dgm:prSet presAssocID="{AF46EA32-847C-4C26-A17F-3645828C95E7}" presName="parTx" presStyleLbl="revTx" presStyleIdx="4" presStyleCnt="5">
        <dgm:presLayoutVars>
          <dgm:chMax val="0"/>
          <dgm:chPref val="0"/>
        </dgm:presLayoutVars>
      </dgm:prSet>
      <dgm:spPr/>
    </dgm:pt>
  </dgm:ptLst>
  <dgm:cxnLst>
    <dgm:cxn modelId="{57F4AB13-B44D-441A-8205-50F9EE51D1EB}" srcId="{025105DE-61EE-4BC4-86F4-146B158A99E4}" destId="{8D2B83D4-3291-4E58-B435-AE5DC87F1719}" srcOrd="3" destOrd="0" parTransId="{96577836-7EBC-46C2-8199-82B6BEE36DFF}" sibTransId="{631C1268-CF5B-45C7-AA48-9E6F24C45811}"/>
    <dgm:cxn modelId="{443B4A25-E417-4AC6-8269-5A5C046F8024}" type="presOf" srcId="{AF46EA32-847C-4C26-A17F-3645828C95E7}" destId="{B12F6296-2DA7-4CA7-9C4C-015A4F477CED}" srcOrd="0" destOrd="0" presId="urn:microsoft.com/office/officeart/2018/2/layout/IconVerticalSolidList"/>
    <dgm:cxn modelId="{B3E2055F-F555-417E-9F7D-C8E8D00FA40A}" srcId="{025105DE-61EE-4BC4-86F4-146B158A99E4}" destId="{690AF00F-BE54-411F-AAEB-B241B9844411}" srcOrd="2" destOrd="0" parTransId="{827F379E-F48A-4935-8A58-FF8743F53277}" sibTransId="{D49304C5-F1F8-4555-A277-7295821F5712}"/>
    <dgm:cxn modelId="{606BAC61-0473-42EC-ABEF-6FA2CD91EFC0}" type="presOf" srcId="{9276B80E-EF1A-4B2C-B86C-F68C9108516A}" destId="{E4122B16-31EC-4FF4-BFBC-2C395A04DFCA}" srcOrd="0" destOrd="0" presId="urn:microsoft.com/office/officeart/2018/2/layout/IconVerticalSolidList"/>
    <dgm:cxn modelId="{1384F642-108B-42AE-B4D2-CEB0AC4104AC}" type="presOf" srcId="{690AF00F-BE54-411F-AAEB-B241B9844411}" destId="{235E4807-BF5D-41CB-B0A8-72B85EDAF0A6}" srcOrd="0" destOrd="0" presId="urn:microsoft.com/office/officeart/2018/2/layout/IconVerticalSolidList"/>
    <dgm:cxn modelId="{F882A583-E267-4A7A-9E39-1E4A1605BC6B}" srcId="{025105DE-61EE-4BC4-86F4-146B158A99E4}" destId="{AF46EA32-847C-4C26-A17F-3645828C95E7}" srcOrd="4" destOrd="0" parTransId="{397C85E0-F4CF-416C-9CDD-BB509C5122AD}" sibTransId="{060F8E0E-69C5-4213-ADA5-BE8882D8C1C2}"/>
    <dgm:cxn modelId="{32B43495-5E6A-41C9-9487-3252C47F18EB}" srcId="{025105DE-61EE-4BC4-86F4-146B158A99E4}" destId="{D8374A7B-46E5-4F9B-B4F5-608AEA25669C}" srcOrd="1" destOrd="0" parTransId="{5AFFF291-E8F5-47C9-BF7D-A11B2B4829E6}" sibTransId="{DFC62989-8D38-4F3E-89A6-F3DD503D4651}"/>
    <dgm:cxn modelId="{7B208CB0-6874-4A5D-BFE4-2112069D60D8}" type="presOf" srcId="{8D2B83D4-3291-4E58-B435-AE5DC87F1719}" destId="{BDD05848-ADAE-4182-881C-9390C8BC4B15}" srcOrd="0" destOrd="0" presId="urn:microsoft.com/office/officeart/2018/2/layout/IconVerticalSolidList"/>
    <dgm:cxn modelId="{A1F695B9-687C-4483-BC62-D16478221C7E}" type="presOf" srcId="{025105DE-61EE-4BC4-86F4-146B158A99E4}" destId="{57441601-0C8C-45BF-ABD6-E35FBF94EFF1}" srcOrd="0" destOrd="0" presId="urn:microsoft.com/office/officeart/2018/2/layout/IconVerticalSolidList"/>
    <dgm:cxn modelId="{AD3DFCCF-7C37-4A05-BB22-3C1A4658B2DD}" type="presOf" srcId="{D8374A7B-46E5-4F9B-B4F5-608AEA25669C}" destId="{F1A7E7B8-484A-445D-9E71-EF4E9A18D50A}" srcOrd="0" destOrd="0" presId="urn:microsoft.com/office/officeart/2018/2/layout/IconVerticalSolidList"/>
    <dgm:cxn modelId="{606983EB-3B04-4596-8A8B-E0752B7ED226}" srcId="{025105DE-61EE-4BC4-86F4-146B158A99E4}" destId="{9276B80E-EF1A-4B2C-B86C-F68C9108516A}" srcOrd="0" destOrd="0" parTransId="{5E390FF8-EBBF-40AC-B0B0-4C221791BECB}" sibTransId="{F0C4B781-D264-487C-8E6B-68FF319BBA7E}"/>
    <dgm:cxn modelId="{57260768-8BE8-4839-BC7A-41AC20D1E723}" type="presParOf" srcId="{57441601-0C8C-45BF-ABD6-E35FBF94EFF1}" destId="{22C1BC1F-4510-4E9D-AA2F-360E3128267B}" srcOrd="0" destOrd="0" presId="urn:microsoft.com/office/officeart/2018/2/layout/IconVerticalSolidList"/>
    <dgm:cxn modelId="{A9F327A5-94A8-438B-906C-32B0C25D100B}" type="presParOf" srcId="{22C1BC1F-4510-4E9D-AA2F-360E3128267B}" destId="{6CE60A3B-AA8D-45C4-9970-D990B1DB5DB8}" srcOrd="0" destOrd="0" presId="urn:microsoft.com/office/officeart/2018/2/layout/IconVerticalSolidList"/>
    <dgm:cxn modelId="{439E1894-337B-416B-917E-B3D1241F06A7}" type="presParOf" srcId="{22C1BC1F-4510-4E9D-AA2F-360E3128267B}" destId="{749A0E6D-D2B3-4742-A959-A3980678016C}" srcOrd="1" destOrd="0" presId="urn:microsoft.com/office/officeart/2018/2/layout/IconVerticalSolidList"/>
    <dgm:cxn modelId="{1EFD2166-9A38-49B7-8B3E-3D1ED6EB8DEF}" type="presParOf" srcId="{22C1BC1F-4510-4E9D-AA2F-360E3128267B}" destId="{D6D00D02-A79A-415B-AB33-F38F38DB7847}" srcOrd="2" destOrd="0" presId="urn:microsoft.com/office/officeart/2018/2/layout/IconVerticalSolidList"/>
    <dgm:cxn modelId="{5EA006FF-E608-40C8-B018-6968A96F55BA}" type="presParOf" srcId="{22C1BC1F-4510-4E9D-AA2F-360E3128267B}" destId="{E4122B16-31EC-4FF4-BFBC-2C395A04DFCA}" srcOrd="3" destOrd="0" presId="urn:microsoft.com/office/officeart/2018/2/layout/IconVerticalSolidList"/>
    <dgm:cxn modelId="{75B13FF4-F1E4-4BCD-852E-BAAFDDAC4469}" type="presParOf" srcId="{57441601-0C8C-45BF-ABD6-E35FBF94EFF1}" destId="{940B6E46-D05E-4317-90E2-B95266D2B73C}" srcOrd="1" destOrd="0" presId="urn:microsoft.com/office/officeart/2018/2/layout/IconVerticalSolidList"/>
    <dgm:cxn modelId="{5D2E26F3-0C65-4738-8F30-BBE8C4051F75}" type="presParOf" srcId="{57441601-0C8C-45BF-ABD6-E35FBF94EFF1}" destId="{1D09D094-4650-4274-B7A0-130A65C47980}" srcOrd="2" destOrd="0" presId="urn:microsoft.com/office/officeart/2018/2/layout/IconVerticalSolidList"/>
    <dgm:cxn modelId="{EB397470-BA80-4462-9028-60061FB05DF7}" type="presParOf" srcId="{1D09D094-4650-4274-B7A0-130A65C47980}" destId="{0C42D0E6-DE0F-4B59-9DD7-2F57F1B47540}" srcOrd="0" destOrd="0" presId="urn:microsoft.com/office/officeart/2018/2/layout/IconVerticalSolidList"/>
    <dgm:cxn modelId="{7BA6E3F6-E2EE-4489-9458-7E5A00BC3B51}" type="presParOf" srcId="{1D09D094-4650-4274-B7A0-130A65C47980}" destId="{D67EF542-B0A0-4CDE-B94B-13FB2B947C24}" srcOrd="1" destOrd="0" presId="urn:microsoft.com/office/officeart/2018/2/layout/IconVerticalSolidList"/>
    <dgm:cxn modelId="{DE6FAD9D-8D83-4FE4-AE93-F0187F6FBDD5}" type="presParOf" srcId="{1D09D094-4650-4274-B7A0-130A65C47980}" destId="{F49A3C31-0EA4-48FF-A38C-9DD56E7DF2E0}" srcOrd="2" destOrd="0" presId="urn:microsoft.com/office/officeart/2018/2/layout/IconVerticalSolidList"/>
    <dgm:cxn modelId="{D8A1A4D4-71B9-443D-9041-3678FD51E545}" type="presParOf" srcId="{1D09D094-4650-4274-B7A0-130A65C47980}" destId="{F1A7E7B8-484A-445D-9E71-EF4E9A18D50A}" srcOrd="3" destOrd="0" presId="urn:microsoft.com/office/officeart/2018/2/layout/IconVerticalSolidList"/>
    <dgm:cxn modelId="{83D1DA35-1168-481C-A9C9-C44D1D42E1B1}" type="presParOf" srcId="{57441601-0C8C-45BF-ABD6-E35FBF94EFF1}" destId="{418B7033-4EF0-436B-8C46-E2DAD8CEE8C8}" srcOrd="3" destOrd="0" presId="urn:microsoft.com/office/officeart/2018/2/layout/IconVerticalSolidList"/>
    <dgm:cxn modelId="{C3A12BAF-30FD-4CB6-BDB4-E3E52B0146C8}" type="presParOf" srcId="{57441601-0C8C-45BF-ABD6-E35FBF94EFF1}" destId="{DC87A676-0AFE-45CF-B590-C590CBF62029}" srcOrd="4" destOrd="0" presId="urn:microsoft.com/office/officeart/2018/2/layout/IconVerticalSolidList"/>
    <dgm:cxn modelId="{ACB06324-7875-4E8B-8ACF-78AF7BE7FAFC}" type="presParOf" srcId="{DC87A676-0AFE-45CF-B590-C590CBF62029}" destId="{13CB73D5-6900-4911-91E5-8C5243E19813}" srcOrd="0" destOrd="0" presId="urn:microsoft.com/office/officeart/2018/2/layout/IconVerticalSolidList"/>
    <dgm:cxn modelId="{A3B15361-FA65-4541-8334-DEB93A414A87}" type="presParOf" srcId="{DC87A676-0AFE-45CF-B590-C590CBF62029}" destId="{DD43E333-E5B7-490A-8C46-42FBA299DC97}" srcOrd="1" destOrd="0" presId="urn:microsoft.com/office/officeart/2018/2/layout/IconVerticalSolidList"/>
    <dgm:cxn modelId="{78C08CB4-EA9A-43A2-ABB9-5073CB073589}" type="presParOf" srcId="{DC87A676-0AFE-45CF-B590-C590CBF62029}" destId="{75126D3D-BA35-4827-9E6F-DE380DE3D557}" srcOrd="2" destOrd="0" presId="urn:microsoft.com/office/officeart/2018/2/layout/IconVerticalSolidList"/>
    <dgm:cxn modelId="{094BE915-4536-4584-B418-0839EE8BBA3E}" type="presParOf" srcId="{DC87A676-0AFE-45CF-B590-C590CBF62029}" destId="{235E4807-BF5D-41CB-B0A8-72B85EDAF0A6}" srcOrd="3" destOrd="0" presId="urn:microsoft.com/office/officeart/2018/2/layout/IconVerticalSolidList"/>
    <dgm:cxn modelId="{2E47B1A1-08DF-4C70-A96E-705612B15187}" type="presParOf" srcId="{57441601-0C8C-45BF-ABD6-E35FBF94EFF1}" destId="{4283FEC3-9178-49FF-B374-E86916B8C88E}" srcOrd="5" destOrd="0" presId="urn:microsoft.com/office/officeart/2018/2/layout/IconVerticalSolidList"/>
    <dgm:cxn modelId="{0B7B487A-2AB4-436C-8BB7-151CBC83D539}" type="presParOf" srcId="{57441601-0C8C-45BF-ABD6-E35FBF94EFF1}" destId="{A733C4E7-1779-42CD-AD35-10D21F11BFFF}" srcOrd="6" destOrd="0" presId="urn:microsoft.com/office/officeart/2018/2/layout/IconVerticalSolidList"/>
    <dgm:cxn modelId="{987EA4C9-9EAD-4E21-A3E0-DEFD147EA98B}" type="presParOf" srcId="{A733C4E7-1779-42CD-AD35-10D21F11BFFF}" destId="{B05ACEC0-F022-48A9-A980-99EE981577C0}" srcOrd="0" destOrd="0" presId="urn:microsoft.com/office/officeart/2018/2/layout/IconVerticalSolidList"/>
    <dgm:cxn modelId="{2EB690B2-A66D-497D-BC12-FFA67AD03159}" type="presParOf" srcId="{A733C4E7-1779-42CD-AD35-10D21F11BFFF}" destId="{54BB2B29-B672-4D7B-B8EC-749CF8AE4ABD}" srcOrd="1" destOrd="0" presId="urn:microsoft.com/office/officeart/2018/2/layout/IconVerticalSolidList"/>
    <dgm:cxn modelId="{76C8B4B8-9887-4A6F-9A88-81AC64EA4E1B}" type="presParOf" srcId="{A733C4E7-1779-42CD-AD35-10D21F11BFFF}" destId="{58F934D1-0523-4DDD-8B97-767ECDF5F87E}" srcOrd="2" destOrd="0" presId="urn:microsoft.com/office/officeart/2018/2/layout/IconVerticalSolidList"/>
    <dgm:cxn modelId="{57B3C07F-046E-47DB-99BB-FC923FA86D03}" type="presParOf" srcId="{A733C4E7-1779-42CD-AD35-10D21F11BFFF}" destId="{BDD05848-ADAE-4182-881C-9390C8BC4B15}" srcOrd="3" destOrd="0" presId="urn:microsoft.com/office/officeart/2018/2/layout/IconVerticalSolidList"/>
    <dgm:cxn modelId="{B9720DC0-595D-4D26-A3E9-312A2D1222E8}" type="presParOf" srcId="{57441601-0C8C-45BF-ABD6-E35FBF94EFF1}" destId="{6E7ADAC8-4254-4EF9-B581-23C52F7AEB6A}" srcOrd="7" destOrd="0" presId="urn:microsoft.com/office/officeart/2018/2/layout/IconVerticalSolidList"/>
    <dgm:cxn modelId="{E7BF607F-5DFE-4A10-A04F-39009184FAF5}" type="presParOf" srcId="{57441601-0C8C-45BF-ABD6-E35FBF94EFF1}" destId="{DC598D21-1DFE-486E-B6BE-520BCFCA147F}" srcOrd="8" destOrd="0" presId="urn:microsoft.com/office/officeart/2018/2/layout/IconVerticalSolidList"/>
    <dgm:cxn modelId="{29B7CFD5-E1DB-49D4-ADE1-18823E1A07E3}" type="presParOf" srcId="{DC598D21-1DFE-486E-B6BE-520BCFCA147F}" destId="{88AD9205-E5BF-4840-B809-CA39427A9B28}" srcOrd="0" destOrd="0" presId="urn:microsoft.com/office/officeart/2018/2/layout/IconVerticalSolidList"/>
    <dgm:cxn modelId="{B4247649-5216-4D46-AD46-9E97947F3BD1}" type="presParOf" srcId="{DC598D21-1DFE-486E-B6BE-520BCFCA147F}" destId="{9C89EAB3-F6A6-4885-86C7-5B561B0C450B}" srcOrd="1" destOrd="0" presId="urn:microsoft.com/office/officeart/2018/2/layout/IconVerticalSolidList"/>
    <dgm:cxn modelId="{9DBCB1A8-649B-4D39-B66E-F9A1D6E2ED7D}" type="presParOf" srcId="{DC598D21-1DFE-486E-B6BE-520BCFCA147F}" destId="{03F3C2B5-7207-47CA-90A6-74EB1FAAD288}" srcOrd="2" destOrd="0" presId="urn:microsoft.com/office/officeart/2018/2/layout/IconVerticalSolidList"/>
    <dgm:cxn modelId="{7BAC3925-CA91-4313-91F5-EACC30221A03}" type="presParOf" srcId="{DC598D21-1DFE-486E-B6BE-520BCFCA147F}" destId="{B12F6296-2DA7-4CA7-9C4C-015A4F477CE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6AA4E4C-7D80-4E3F-A081-0B0BC813A11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DA54AB4-B6B5-4C9C-9777-AF37302030CA}">
      <dgm:prSet custT="1"/>
      <dgm:spPr/>
      <dgm:t>
        <a:bodyPr/>
        <a:lstStyle/>
        <a:p>
          <a:r>
            <a:rPr lang="en-US" sz="2000" dirty="0"/>
            <a:t>Continuously monitor and evaluate the implemented solution to assess its effectiveness, efficiency, and impact. </a:t>
          </a:r>
        </a:p>
      </dgm:t>
    </dgm:pt>
    <dgm:pt modelId="{FADD4A61-C180-42A3-816D-C0D4C3CD2077}" type="parTrans" cxnId="{F14A5710-B73A-4390-BF39-E4D8B6E2EC98}">
      <dgm:prSet/>
      <dgm:spPr/>
      <dgm:t>
        <a:bodyPr/>
        <a:lstStyle/>
        <a:p>
          <a:endParaRPr lang="en-US"/>
        </a:p>
      </dgm:t>
    </dgm:pt>
    <dgm:pt modelId="{CDED04E0-2CB8-40D6-983C-444BC1B973DE}" type="sibTrans" cxnId="{F14A5710-B73A-4390-BF39-E4D8B6E2EC98}">
      <dgm:prSet/>
      <dgm:spPr/>
      <dgm:t>
        <a:bodyPr/>
        <a:lstStyle/>
        <a:p>
          <a:endParaRPr lang="en-US"/>
        </a:p>
      </dgm:t>
    </dgm:pt>
    <dgm:pt modelId="{F0E86E34-DCAF-44B8-BC96-23708CE0CC60}">
      <dgm:prSet custT="1"/>
      <dgm:spPr/>
      <dgm:t>
        <a:bodyPr/>
        <a:lstStyle/>
        <a:p>
          <a:r>
            <a:rPr lang="en-US" sz="2000" dirty="0"/>
            <a:t>Collect feedback from stakeholders, conduct surveys, and analyze performance data. </a:t>
          </a:r>
        </a:p>
      </dgm:t>
    </dgm:pt>
    <dgm:pt modelId="{1356474F-10AF-48EB-86C4-E10C45E59FF5}" type="parTrans" cxnId="{35E62A5F-780C-4C5E-9080-96B6186C65F2}">
      <dgm:prSet/>
      <dgm:spPr/>
      <dgm:t>
        <a:bodyPr/>
        <a:lstStyle/>
        <a:p>
          <a:endParaRPr lang="en-US"/>
        </a:p>
      </dgm:t>
    </dgm:pt>
    <dgm:pt modelId="{40545225-96DA-4D38-A754-4648DD8C02DD}" type="sibTrans" cxnId="{35E62A5F-780C-4C5E-9080-96B6186C65F2}">
      <dgm:prSet/>
      <dgm:spPr/>
      <dgm:t>
        <a:bodyPr/>
        <a:lstStyle/>
        <a:p>
          <a:endParaRPr lang="en-US"/>
        </a:p>
      </dgm:t>
    </dgm:pt>
    <dgm:pt modelId="{55D64AA6-D2BA-41C0-8CA5-3183F1396A98}">
      <dgm:prSet custT="1"/>
      <dgm:spPr/>
      <dgm:t>
        <a:bodyPr/>
        <a:lstStyle/>
        <a:p>
          <a:r>
            <a:rPr lang="en-US" sz="2000" dirty="0"/>
            <a:t>Identify areas for improvement and document lessons learned. </a:t>
          </a:r>
        </a:p>
      </dgm:t>
    </dgm:pt>
    <dgm:pt modelId="{4F1D2644-FABB-4B05-AF21-5D60677DB974}" type="parTrans" cxnId="{DBD0B215-8703-4BF8-B46F-B91BCBE34B92}">
      <dgm:prSet/>
      <dgm:spPr/>
      <dgm:t>
        <a:bodyPr/>
        <a:lstStyle/>
        <a:p>
          <a:endParaRPr lang="en-US"/>
        </a:p>
      </dgm:t>
    </dgm:pt>
    <dgm:pt modelId="{C7536FFB-1DB1-4352-8B7D-99DA49BAD468}" type="sibTrans" cxnId="{DBD0B215-8703-4BF8-B46F-B91BCBE34B92}">
      <dgm:prSet/>
      <dgm:spPr/>
      <dgm:t>
        <a:bodyPr/>
        <a:lstStyle/>
        <a:p>
          <a:endParaRPr lang="en-US"/>
        </a:p>
      </dgm:t>
    </dgm:pt>
    <dgm:pt modelId="{14B2828F-47A0-40D7-8FDC-A0B6ED1B8A1D}">
      <dgm:prSet custT="1"/>
      <dgm:spPr/>
      <dgm:t>
        <a:bodyPr/>
        <a:lstStyle/>
        <a:p>
          <a:r>
            <a:rPr lang="en-US" sz="1800" dirty="0"/>
            <a:t>Based on the findings, iterate and refine the solution, making necessary adjustments and enhancements.</a:t>
          </a:r>
        </a:p>
      </dgm:t>
    </dgm:pt>
    <dgm:pt modelId="{16908287-97FE-4DA6-9C75-E9F86AC32EFF}" type="parTrans" cxnId="{24B4AA06-C5F4-4610-BCCF-4A4FE8BCE7C6}">
      <dgm:prSet/>
      <dgm:spPr/>
      <dgm:t>
        <a:bodyPr/>
        <a:lstStyle/>
        <a:p>
          <a:endParaRPr lang="en-US"/>
        </a:p>
      </dgm:t>
    </dgm:pt>
    <dgm:pt modelId="{31B76F70-4D22-41A3-8A5F-925CFCD4D56B}" type="sibTrans" cxnId="{24B4AA06-C5F4-4610-BCCF-4A4FE8BCE7C6}">
      <dgm:prSet/>
      <dgm:spPr/>
      <dgm:t>
        <a:bodyPr/>
        <a:lstStyle/>
        <a:p>
          <a:endParaRPr lang="en-US"/>
        </a:p>
      </dgm:t>
    </dgm:pt>
    <dgm:pt modelId="{84743DCB-B614-488F-8846-9B64FD8EBD11}">
      <dgm:prSet custT="1"/>
      <dgm:spPr/>
      <dgm:t>
        <a:bodyPr/>
        <a:lstStyle/>
        <a:p>
          <a:r>
            <a:rPr lang="en-US" sz="1600" dirty="0"/>
            <a:t>If necessary, restart the CSW process from the context analysis stage to address emerging problems or changing circumstances. Foster a culture of continuous improvement, innovation, and adaptability to ensure the long-term success of the solution.</a:t>
          </a:r>
        </a:p>
      </dgm:t>
    </dgm:pt>
    <dgm:pt modelId="{1360A425-0F20-49CF-AFB4-9C06D134EF4A}" type="parTrans" cxnId="{805AD84E-434C-438A-84DD-CE6735BEFDF2}">
      <dgm:prSet/>
      <dgm:spPr/>
      <dgm:t>
        <a:bodyPr/>
        <a:lstStyle/>
        <a:p>
          <a:endParaRPr lang="en-US"/>
        </a:p>
      </dgm:t>
    </dgm:pt>
    <dgm:pt modelId="{14831403-B8C5-4E44-99AC-EB64AD595AF0}" type="sibTrans" cxnId="{805AD84E-434C-438A-84DD-CE6735BEFDF2}">
      <dgm:prSet/>
      <dgm:spPr/>
      <dgm:t>
        <a:bodyPr/>
        <a:lstStyle/>
        <a:p>
          <a:endParaRPr lang="en-US"/>
        </a:p>
      </dgm:t>
    </dgm:pt>
    <dgm:pt modelId="{8884A2DE-AEF2-4575-AE1A-6CA4A4D21CE1}" type="pres">
      <dgm:prSet presAssocID="{66AA4E4C-7D80-4E3F-A081-0B0BC813A111}" presName="root" presStyleCnt="0">
        <dgm:presLayoutVars>
          <dgm:dir/>
          <dgm:resizeHandles val="exact"/>
        </dgm:presLayoutVars>
      </dgm:prSet>
      <dgm:spPr/>
    </dgm:pt>
    <dgm:pt modelId="{17F2AF3F-BC7A-4545-837A-20EDBF42A4CF}" type="pres">
      <dgm:prSet presAssocID="{0DA54AB4-B6B5-4C9C-9777-AF37302030CA}" presName="compNode" presStyleCnt="0"/>
      <dgm:spPr/>
    </dgm:pt>
    <dgm:pt modelId="{3D617656-0B4F-49DE-80BE-7F5919A73FD3}" type="pres">
      <dgm:prSet presAssocID="{0DA54AB4-B6B5-4C9C-9777-AF37302030CA}" presName="bgRect" presStyleLbl="bgShp" presStyleIdx="0" presStyleCnt="5"/>
      <dgm:spPr/>
    </dgm:pt>
    <dgm:pt modelId="{E6AA7201-3967-4EEE-8874-6D99C4198C2A}" type="pres">
      <dgm:prSet presAssocID="{0DA54AB4-B6B5-4C9C-9777-AF37302030C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uge"/>
        </a:ext>
      </dgm:extLst>
    </dgm:pt>
    <dgm:pt modelId="{5088C7DE-D7B3-413E-88A6-E2160099CFD1}" type="pres">
      <dgm:prSet presAssocID="{0DA54AB4-B6B5-4C9C-9777-AF37302030CA}" presName="spaceRect" presStyleCnt="0"/>
      <dgm:spPr/>
    </dgm:pt>
    <dgm:pt modelId="{D28C350E-3640-4432-801C-86BC244A602C}" type="pres">
      <dgm:prSet presAssocID="{0DA54AB4-B6B5-4C9C-9777-AF37302030CA}" presName="parTx" presStyleLbl="revTx" presStyleIdx="0" presStyleCnt="5">
        <dgm:presLayoutVars>
          <dgm:chMax val="0"/>
          <dgm:chPref val="0"/>
        </dgm:presLayoutVars>
      </dgm:prSet>
      <dgm:spPr/>
    </dgm:pt>
    <dgm:pt modelId="{9EB94B8B-60B9-4649-96ED-DC0A85F60A67}" type="pres">
      <dgm:prSet presAssocID="{CDED04E0-2CB8-40D6-983C-444BC1B973DE}" presName="sibTrans" presStyleCnt="0"/>
      <dgm:spPr/>
    </dgm:pt>
    <dgm:pt modelId="{474F9C87-0B20-4216-B36B-787FFB618124}" type="pres">
      <dgm:prSet presAssocID="{F0E86E34-DCAF-44B8-BC96-23708CE0CC60}" presName="compNode" presStyleCnt="0"/>
      <dgm:spPr/>
    </dgm:pt>
    <dgm:pt modelId="{1CA5A5A4-92CA-4E17-A55F-C462714F504E}" type="pres">
      <dgm:prSet presAssocID="{F0E86E34-DCAF-44B8-BC96-23708CE0CC60}" presName="bgRect" presStyleLbl="bgShp" presStyleIdx="1" presStyleCnt="5"/>
      <dgm:spPr/>
    </dgm:pt>
    <dgm:pt modelId="{C12E2C28-EAC7-43CF-8EBF-A65D65BD3DE2}" type="pres">
      <dgm:prSet presAssocID="{F0E86E34-DCAF-44B8-BC96-23708CE0CC6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0367BFC6-14DD-4973-B2BC-0CA1C115D3CC}" type="pres">
      <dgm:prSet presAssocID="{F0E86E34-DCAF-44B8-BC96-23708CE0CC60}" presName="spaceRect" presStyleCnt="0"/>
      <dgm:spPr/>
    </dgm:pt>
    <dgm:pt modelId="{9109179F-A384-452F-9249-07EB34F7C8F3}" type="pres">
      <dgm:prSet presAssocID="{F0E86E34-DCAF-44B8-BC96-23708CE0CC60}" presName="parTx" presStyleLbl="revTx" presStyleIdx="1" presStyleCnt="5">
        <dgm:presLayoutVars>
          <dgm:chMax val="0"/>
          <dgm:chPref val="0"/>
        </dgm:presLayoutVars>
      </dgm:prSet>
      <dgm:spPr/>
    </dgm:pt>
    <dgm:pt modelId="{AF1180E7-9F53-4C4E-908F-55AFDF038AAF}" type="pres">
      <dgm:prSet presAssocID="{40545225-96DA-4D38-A754-4648DD8C02DD}" presName="sibTrans" presStyleCnt="0"/>
      <dgm:spPr/>
    </dgm:pt>
    <dgm:pt modelId="{3DA79B38-E002-4100-98B9-06005B0C1240}" type="pres">
      <dgm:prSet presAssocID="{55D64AA6-D2BA-41C0-8CA5-3183F1396A98}" presName="compNode" presStyleCnt="0"/>
      <dgm:spPr/>
    </dgm:pt>
    <dgm:pt modelId="{DB61BEBA-03B8-4113-9B57-FD3F985CF729}" type="pres">
      <dgm:prSet presAssocID="{55D64AA6-D2BA-41C0-8CA5-3183F1396A98}" presName="bgRect" presStyleLbl="bgShp" presStyleIdx="2" presStyleCnt="5"/>
      <dgm:spPr/>
    </dgm:pt>
    <dgm:pt modelId="{2A78E86B-74CC-4057-8DF0-64E2DA9C0D81}" type="pres">
      <dgm:prSet presAssocID="{55D64AA6-D2BA-41C0-8CA5-3183F1396A9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CD2026F-58F6-45A4-B227-DB95FA234BB0}" type="pres">
      <dgm:prSet presAssocID="{55D64AA6-D2BA-41C0-8CA5-3183F1396A98}" presName="spaceRect" presStyleCnt="0"/>
      <dgm:spPr/>
    </dgm:pt>
    <dgm:pt modelId="{FA4B5853-EDED-4DF7-B6CA-1517BB0ECA9D}" type="pres">
      <dgm:prSet presAssocID="{55D64AA6-D2BA-41C0-8CA5-3183F1396A98}" presName="parTx" presStyleLbl="revTx" presStyleIdx="2" presStyleCnt="5">
        <dgm:presLayoutVars>
          <dgm:chMax val="0"/>
          <dgm:chPref val="0"/>
        </dgm:presLayoutVars>
      </dgm:prSet>
      <dgm:spPr/>
    </dgm:pt>
    <dgm:pt modelId="{2CCC7087-3928-4AD5-8F60-3FEF080586AC}" type="pres">
      <dgm:prSet presAssocID="{C7536FFB-1DB1-4352-8B7D-99DA49BAD468}" presName="sibTrans" presStyleCnt="0"/>
      <dgm:spPr/>
    </dgm:pt>
    <dgm:pt modelId="{92534481-D093-4169-9302-1E5A2EB6CE24}" type="pres">
      <dgm:prSet presAssocID="{14B2828F-47A0-40D7-8FDC-A0B6ED1B8A1D}" presName="compNode" presStyleCnt="0"/>
      <dgm:spPr/>
    </dgm:pt>
    <dgm:pt modelId="{36A18C92-6153-4965-9495-9DA2301AD0E1}" type="pres">
      <dgm:prSet presAssocID="{14B2828F-47A0-40D7-8FDC-A0B6ED1B8A1D}" presName="bgRect" presStyleLbl="bgShp" presStyleIdx="3" presStyleCnt="5"/>
      <dgm:spPr/>
    </dgm:pt>
    <dgm:pt modelId="{415F05E3-55C2-451D-957E-27509193E34C}" type="pres">
      <dgm:prSet presAssocID="{14B2828F-47A0-40D7-8FDC-A0B6ED1B8A1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orkflow"/>
        </a:ext>
      </dgm:extLst>
    </dgm:pt>
    <dgm:pt modelId="{B11283DB-066E-46ED-9FFA-7E9B202EC8BA}" type="pres">
      <dgm:prSet presAssocID="{14B2828F-47A0-40D7-8FDC-A0B6ED1B8A1D}" presName="spaceRect" presStyleCnt="0"/>
      <dgm:spPr/>
    </dgm:pt>
    <dgm:pt modelId="{AD7999BE-349F-4818-8BD6-B5C2D76453CC}" type="pres">
      <dgm:prSet presAssocID="{14B2828F-47A0-40D7-8FDC-A0B6ED1B8A1D}" presName="parTx" presStyleLbl="revTx" presStyleIdx="3" presStyleCnt="5">
        <dgm:presLayoutVars>
          <dgm:chMax val="0"/>
          <dgm:chPref val="0"/>
        </dgm:presLayoutVars>
      </dgm:prSet>
      <dgm:spPr/>
    </dgm:pt>
    <dgm:pt modelId="{9C60F1AF-9CD6-4B5A-8342-377FFF993C6C}" type="pres">
      <dgm:prSet presAssocID="{31B76F70-4D22-41A3-8A5F-925CFCD4D56B}" presName="sibTrans" presStyleCnt="0"/>
      <dgm:spPr/>
    </dgm:pt>
    <dgm:pt modelId="{2AC0BB12-D88A-4D1E-85EE-2892D826DC91}" type="pres">
      <dgm:prSet presAssocID="{84743DCB-B614-488F-8846-9B64FD8EBD11}" presName="compNode" presStyleCnt="0"/>
      <dgm:spPr/>
    </dgm:pt>
    <dgm:pt modelId="{D2840599-5853-4CDA-995B-509758291CDE}" type="pres">
      <dgm:prSet presAssocID="{84743DCB-B614-488F-8846-9B64FD8EBD11}" presName="bgRect" presStyleLbl="bgShp" presStyleIdx="4" presStyleCnt="5" custScaleY="122882"/>
      <dgm:spPr/>
    </dgm:pt>
    <dgm:pt modelId="{13305C43-8F15-4358-92B1-C22AF0D4C5A3}" type="pres">
      <dgm:prSet presAssocID="{84743DCB-B614-488F-8846-9B64FD8EBD1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nching Diagram"/>
        </a:ext>
      </dgm:extLst>
    </dgm:pt>
    <dgm:pt modelId="{B330EDA2-492D-46F3-A0AE-B6CFF7A12589}" type="pres">
      <dgm:prSet presAssocID="{84743DCB-B614-488F-8846-9B64FD8EBD11}" presName="spaceRect" presStyleCnt="0"/>
      <dgm:spPr/>
    </dgm:pt>
    <dgm:pt modelId="{306C632F-0526-4B8A-B9DE-0C647A5BEF7C}" type="pres">
      <dgm:prSet presAssocID="{84743DCB-B614-488F-8846-9B64FD8EBD11}" presName="parTx" presStyleLbl="revTx" presStyleIdx="4" presStyleCnt="5" custLinFactNeighborY="-1351">
        <dgm:presLayoutVars>
          <dgm:chMax val="0"/>
          <dgm:chPref val="0"/>
        </dgm:presLayoutVars>
      </dgm:prSet>
      <dgm:spPr/>
    </dgm:pt>
  </dgm:ptLst>
  <dgm:cxnLst>
    <dgm:cxn modelId="{24B4AA06-C5F4-4610-BCCF-4A4FE8BCE7C6}" srcId="{66AA4E4C-7D80-4E3F-A081-0B0BC813A111}" destId="{14B2828F-47A0-40D7-8FDC-A0B6ED1B8A1D}" srcOrd="3" destOrd="0" parTransId="{16908287-97FE-4DA6-9C75-E9F86AC32EFF}" sibTransId="{31B76F70-4D22-41A3-8A5F-925CFCD4D56B}"/>
    <dgm:cxn modelId="{F14A5710-B73A-4390-BF39-E4D8B6E2EC98}" srcId="{66AA4E4C-7D80-4E3F-A081-0B0BC813A111}" destId="{0DA54AB4-B6B5-4C9C-9777-AF37302030CA}" srcOrd="0" destOrd="0" parTransId="{FADD4A61-C180-42A3-816D-C0D4C3CD2077}" sibTransId="{CDED04E0-2CB8-40D6-983C-444BC1B973DE}"/>
    <dgm:cxn modelId="{DBD0B215-8703-4BF8-B46F-B91BCBE34B92}" srcId="{66AA4E4C-7D80-4E3F-A081-0B0BC813A111}" destId="{55D64AA6-D2BA-41C0-8CA5-3183F1396A98}" srcOrd="2" destOrd="0" parTransId="{4F1D2644-FABB-4B05-AF21-5D60677DB974}" sibTransId="{C7536FFB-1DB1-4352-8B7D-99DA49BAD468}"/>
    <dgm:cxn modelId="{A4EE275C-75E5-4049-97C1-CCFF05E0BE30}" type="presOf" srcId="{66AA4E4C-7D80-4E3F-A081-0B0BC813A111}" destId="{8884A2DE-AEF2-4575-AE1A-6CA4A4D21CE1}" srcOrd="0" destOrd="0" presId="urn:microsoft.com/office/officeart/2018/2/layout/IconVerticalSolidList"/>
    <dgm:cxn modelId="{35E62A5F-780C-4C5E-9080-96B6186C65F2}" srcId="{66AA4E4C-7D80-4E3F-A081-0B0BC813A111}" destId="{F0E86E34-DCAF-44B8-BC96-23708CE0CC60}" srcOrd="1" destOrd="0" parTransId="{1356474F-10AF-48EB-86C4-E10C45E59FF5}" sibTransId="{40545225-96DA-4D38-A754-4648DD8C02DD}"/>
    <dgm:cxn modelId="{6DB73F4E-1337-4331-BEA3-00B54D7616D9}" type="presOf" srcId="{55D64AA6-D2BA-41C0-8CA5-3183F1396A98}" destId="{FA4B5853-EDED-4DF7-B6CA-1517BB0ECA9D}" srcOrd="0" destOrd="0" presId="urn:microsoft.com/office/officeart/2018/2/layout/IconVerticalSolidList"/>
    <dgm:cxn modelId="{805AD84E-434C-438A-84DD-CE6735BEFDF2}" srcId="{66AA4E4C-7D80-4E3F-A081-0B0BC813A111}" destId="{84743DCB-B614-488F-8846-9B64FD8EBD11}" srcOrd="4" destOrd="0" parTransId="{1360A425-0F20-49CF-AFB4-9C06D134EF4A}" sibTransId="{14831403-B8C5-4E44-99AC-EB64AD595AF0}"/>
    <dgm:cxn modelId="{47D59970-C7B8-4134-B642-E2B79E89B1D3}" type="presOf" srcId="{84743DCB-B614-488F-8846-9B64FD8EBD11}" destId="{306C632F-0526-4B8A-B9DE-0C647A5BEF7C}" srcOrd="0" destOrd="0" presId="urn:microsoft.com/office/officeart/2018/2/layout/IconVerticalSolidList"/>
    <dgm:cxn modelId="{D016AA7C-ACCA-456B-9323-D94AED90153D}" type="presOf" srcId="{0DA54AB4-B6B5-4C9C-9777-AF37302030CA}" destId="{D28C350E-3640-4432-801C-86BC244A602C}" srcOrd="0" destOrd="0" presId="urn:microsoft.com/office/officeart/2018/2/layout/IconVerticalSolidList"/>
    <dgm:cxn modelId="{772194A6-D630-4F9C-9DBA-D8EEAAFD8D9E}" type="presOf" srcId="{F0E86E34-DCAF-44B8-BC96-23708CE0CC60}" destId="{9109179F-A384-452F-9249-07EB34F7C8F3}" srcOrd="0" destOrd="0" presId="urn:microsoft.com/office/officeart/2018/2/layout/IconVerticalSolidList"/>
    <dgm:cxn modelId="{158FBFF2-77C3-4753-BBCD-DCCF695CFE65}" type="presOf" srcId="{14B2828F-47A0-40D7-8FDC-A0B6ED1B8A1D}" destId="{AD7999BE-349F-4818-8BD6-B5C2D76453CC}" srcOrd="0" destOrd="0" presId="urn:microsoft.com/office/officeart/2018/2/layout/IconVerticalSolidList"/>
    <dgm:cxn modelId="{35348051-B579-4B41-83D1-3B5C97B2C371}" type="presParOf" srcId="{8884A2DE-AEF2-4575-AE1A-6CA4A4D21CE1}" destId="{17F2AF3F-BC7A-4545-837A-20EDBF42A4CF}" srcOrd="0" destOrd="0" presId="urn:microsoft.com/office/officeart/2018/2/layout/IconVerticalSolidList"/>
    <dgm:cxn modelId="{682AB3C4-C749-4840-A7CF-4EB1F340FD63}" type="presParOf" srcId="{17F2AF3F-BC7A-4545-837A-20EDBF42A4CF}" destId="{3D617656-0B4F-49DE-80BE-7F5919A73FD3}" srcOrd="0" destOrd="0" presId="urn:microsoft.com/office/officeart/2018/2/layout/IconVerticalSolidList"/>
    <dgm:cxn modelId="{4C9F1BD9-C411-4947-8CD2-2E772E52FC35}" type="presParOf" srcId="{17F2AF3F-BC7A-4545-837A-20EDBF42A4CF}" destId="{E6AA7201-3967-4EEE-8874-6D99C4198C2A}" srcOrd="1" destOrd="0" presId="urn:microsoft.com/office/officeart/2018/2/layout/IconVerticalSolidList"/>
    <dgm:cxn modelId="{767A5D3D-53DA-4670-AF1F-96540E134C2E}" type="presParOf" srcId="{17F2AF3F-BC7A-4545-837A-20EDBF42A4CF}" destId="{5088C7DE-D7B3-413E-88A6-E2160099CFD1}" srcOrd="2" destOrd="0" presId="urn:microsoft.com/office/officeart/2018/2/layout/IconVerticalSolidList"/>
    <dgm:cxn modelId="{25D44763-F955-49BA-921D-E40D3CD4BBAA}" type="presParOf" srcId="{17F2AF3F-BC7A-4545-837A-20EDBF42A4CF}" destId="{D28C350E-3640-4432-801C-86BC244A602C}" srcOrd="3" destOrd="0" presId="urn:microsoft.com/office/officeart/2018/2/layout/IconVerticalSolidList"/>
    <dgm:cxn modelId="{9FCDAEBB-DC3C-4808-84F2-125C314EA615}" type="presParOf" srcId="{8884A2DE-AEF2-4575-AE1A-6CA4A4D21CE1}" destId="{9EB94B8B-60B9-4649-96ED-DC0A85F60A67}" srcOrd="1" destOrd="0" presId="urn:microsoft.com/office/officeart/2018/2/layout/IconVerticalSolidList"/>
    <dgm:cxn modelId="{2F08ECF5-447A-46D3-A735-3D2CE191BE1B}" type="presParOf" srcId="{8884A2DE-AEF2-4575-AE1A-6CA4A4D21CE1}" destId="{474F9C87-0B20-4216-B36B-787FFB618124}" srcOrd="2" destOrd="0" presId="urn:microsoft.com/office/officeart/2018/2/layout/IconVerticalSolidList"/>
    <dgm:cxn modelId="{4FEC2B7C-C4A5-41A8-9AF1-44FE17FF1F1F}" type="presParOf" srcId="{474F9C87-0B20-4216-B36B-787FFB618124}" destId="{1CA5A5A4-92CA-4E17-A55F-C462714F504E}" srcOrd="0" destOrd="0" presId="urn:microsoft.com/office/officeart/2018/2/layout/IconVerticalSolidList"/>
    <dgm:cxn modelId="{60F511CF-D1E2-44E0-B56A-6690936C2202}" type="presParOf" srcId="{474F9C87-0B20-4216-B36B-787FFB618124}" destId="{C12E2C28-EAC7-43CF-8EBF-A65D65BD3DE2}" srcOrd="1" destOrd="0" presId="urn:microsoft.com/office/officeart/2018/2/layout/IconVerticalSolidList"/>
    <dgm:cxn modelId="{B4EF8372-9F60-425A-B09C-C3845D9BD941}" type="presParOf" srcId="{474F9C87-0B20-4216-B36B-787FFB618124}" destId="{0367BFC6-14DD-4973-B2BC-0CA1C115D3CC}" srcOrd="2" destOrd="0" presId="urn:microsoft.com/office/officeart/2018/2/layout/IconVerticalSolidList"/>
    <dgm:cxn modelId="{531D1654-BA3D-4F2F-8ECB-28959AD3420E}" type="presParOf" srcId="{474F9C87-0B20-4216-B36B-787FFB618124}" destId="{9109179F-A384-452F-9249-07EB34F7C8F3}" srcOrd="3" destOrd="0" presId="urn:microsoft.com/office/officeart/2018/2/layout/IconVerticalSolidList"/>
    <dgm:cxn modelId="{1C6C9C0E-7A6A-4E33-A333-A8F807B66968}" type="presParOf" srcId="{8884A2DE-AEF2-4575-AE1A-6CA4A4D21CE1}" destId="{AF1180E7-9F53-4C4E-908F-55AFDF038AAF}" srcOrd="3" destOrd="0" presId="urn:microsoft.com/office/officeart/2018/2/layout/IconVerticalSolidList"/>
    <dgm:cxn modelId="{72484389-0158-4E64-B56C-B35703DD03C9}" type="presParOf" srcId="{8884A2DE-AEF2-4575-AE1A-6CA4A4D21CE1}" destId="{3DA79B38-E002-4100-98B9-06005B0C1240}" srcOrd="4" destOrd="0" presId="urn:microsoft.com/office/officeart/2018/2/layout/IconVerticalSolidList"/>
    <dgm:cxn modelId="{484F153D-1D63-4BE1-A946-2B0CDAD8898A}" type="presParOf" srcId="{3DA79B38-E002-4100-98B9-06005B0C1240}" destId="{DB61BEBA-03B8-4113-9B57-FD3F985CF729}" srcOrd="0" destOrd="0" presId="urn:microsoft.com/office/officeart/2018/2/layout/IconVerticalSolidList"/>
    <dgm:cxn modelId="{81633994-94C9-4117-9546-5C5543D92CA2}" type="presParOf" srcId="{3DA79B38-E002-4100-98B9-06005B0C1240}" destId="{2A78E86B-74CC-4057-8DF0-64E2DA9C0D81}" srcOrd="1" destOrd="0" presId="urn:microsoft.com/office/officeart/2018/2/layout/IconVerticalSolidList"/>
    <dgm:cxn modelId="{6410A68C-886C-406D-9A74-CECB14ED35D1}" type="presParOf" srcId="{3DA79B38-E002-4100-98B9-06005B0C1240}" destId="{1CD2026F-58F6-45A4-B227-DB95FA234BB0}" srcOrd="2" destOrd="0" presId="urn:microsoft.com/office/officeart/2018/2/layout/IconVerticalSolidList"/>
    <dgm:cxn modelId="{20628111-D5D8-4B72-B169-51A239670A6F}" type="presParOf" srcId="{3DA79B38-E002-4100-98B9-06005B0C1240}" destId="{FA4B5853-EDED-4DF7-B6CA-1517BB0ECA9D}" srcOrd="3" destOrd="0" presId="urn:microsoft.com/office/officeart/2018/2/layout/IconVerticalSolidList"/>
    <dgm:cxn modelId="{F8B4167B-0F7D-4D4B-BF92-E5A83238C700}" type="presParOf" srcId="{8884A2DE-AEF2-4575-AE1A-6CA4A4D21CE1}" destId="{2CCC7087-3928-4AD5-8F60-3FEF080586AC}" srcOrd="5" destOrd="0" presId="urn:microsoft.com/office/officeart/2018/2/layout/IconVerticalSolidList"/>
    <dgm:cxn modelId="{12A0106D-6739-4A09-833D-89C16AAA5C2C}" type="presParOf" srcId="{8884A2DE-AEF2-4575-AE1A-6CA4A4D21CE1}" destId="{92534481-D093-4169-9302-1E5A2EB6CE24}" srcOrd="6" destOrd="0" presId="urn:microsoft.com/office/officeart/2018/2/layout/IconVerticalSolidList"/>
    <dgm:cxn modelId="{7968B558-59EA-4F59-8CCB-CA79CE9B8B02}" type="presParOf" srcId="{92534481-D093-4169-9302-1E5A2EB6CE24}" destId="{36A18C92-6153-4965-9495-9DA2301AD0E1}" srcOrd="0" destOrd="0" presId="urn:microsoft.com/office/officeart/2018/2/layout/IconVerticalSolidList"/>
    <dgm:cxn modelId="{B7F956B0-53D8-4D47-8F70-0D4BA68551DD}" type="presParOf" srcId="{92534481-D093-4169-9302-1E5A2EB6CE24}" destId="{415F05E3-55C2-451D-957E-27509193E34C}" srcOrd="1" destOrd="0" presId="urn:microsoft.com/office/officeart/2018/2/layout/IconVerticalSolidList"/>
    <dgm:cxn modelId="{802D916F-F106-40B4-98A7-179C72DDAEDF}" type="presParOf" srcId="{92534481-D093-4169-9302-1E5A2EB6CE24}" destId="{B11283DB-066E-46ED-9FFA-7E9B202EC8BA}" srcOrd="2" destOrd="0" presId="urn:microsoft.com/office/officeart/2018/2/layout/IconVerticalSolidList"/>
    <dgm:cxn modelId="{4B14028B-6178-4993-A8F2-3DF9FFF418B0}" type="presParOf" srcId="{92534481-D093-4169-9302-1E5A2EB6CE24}" destId="{AD7999BE-349F-4818-8BD6-B5C2D76453CC}" srcOrd="3" destOrd="0" presId="urn:microsoft.com/office/officeart/2018/2/layout/IconVerticalSolidList"/>
    <dgm:cxn modelId="{7779D98F-4F89-43FA-940B-EE51E55F1272}" type="presParOf" srcId="{8884A2DE-AEF2-4575-AE1A-6CA4A4D21CE1}" destId="{9C60F1AF-9CD6-4B5A-8342-377FFF993C6C}" srcOrd="7" destOrd="0" presId="urn:microsoft.com/office/officeart/2018/2/layout/IconVerticalSolidList"/>
    <dgm:cxn modelId="{C1861F1C-AC53-410A-846E-6F139AEC451B}" type="presParOf" srcId="{8884A2DE-AEF2-4575-AE1A-6CA4A4D21CE1}" destId="{2AC0BB12-D88A-4D1E-85EE-2892D826DC91}" srcOrd="8" destOrd="0" presId="urn:microsoft.com/office/officeart/2018/2/layout/IconVerticalSolidList"/>
    <dgm:cxn modelId="{207D4872-F15A-461C-89D2-4646D748EC81}" type="presParOf" srcId="{2AC0BB12-D88A-4D1E-85EE-2892D826DC91}" destId="{D2840599-5853-4CDA-995B-509758291CDE}" srcOrd="0" destOrd="0" presId="urn:microsoft.com/office/officeart/2018/2/layout/IconVerticalSolidList"/>
    <dgm:cxn modelId="{934130DA-B658-4D2F-A58F-5C78034C28F9}" type="presParOf" srcId="{2AC0BB12-D88A-4D1E-85EE-2892D826DC91}" destId="{13305C43-8F15-4358-92B1-C22AF0D4C5A3}" srcOrd="1" destOrd="0" presId="urn:microsoft.com/office/officeart/2018/2/layout/IconVerticalSolidList"/>
    <dgm:cxn modelId="{2A7DF200-022B-47E8-8B27-14EC48394512}" type="presParOf" srcId="{2AC0BB12-D88A-4D1E-85EE-2892D826DC91}" destId="{B330EDA2-492D-46F3-A0AE-B6CFF7A12589}" srcOrd="2" destOrd="0" presId="urn:microsoft.com/office/officeart/2018/2/layout/IconVerticalSolidList"/>
    <dgm:cxn modelId="{C42EEF68-BB4A-40F4-81A9-FC33F21B9437}" type="presParOf" srcId="{2AC0BB12-D88A-4D1E-85EE-2892D826DC91}" destId="{306C632F-0526-4B8A-B9DE-0C647A5BEF7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8DBFA-DF7B-4802-801A-30D57F22593B}">
      <dsp:nvSpPr>
        <dsp:cNvPr id="0" name=""/>
        <dsp:cNvSpPr/>
      </dsp:nvSpPr>
      <dsp:spPr>
        <a:xfrm>
          <a:off x="394114" y="811294"/>
          <a:ext cx="638349" cy="6383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0E7B7E-3CBB-4D1E-B990-88B0E51B1581}">
      <dsp:nvSpPr>
        <dsp:cNvPr id="0" name=""/>
        <dsp:cNvSpPr/>
      </dsp:nvSpPr>
      <dsp:spPr>
        <a:xfrm>
          <a:off x="4012"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1. Analyze the Context </a:t>
          </a:r>
        </a:p>
      </dsp:txBody>
      <dsp:txXfrm>
        <a:off x="4012" y="1737563"/>
        <a:ext cx="1418554" cy="992988"/>
      </dsp:txXfrm>
    </dsp:sp>
    <dsp:sp modelId="{3FA4C41A-A78E-43CC-93FF-9721B33B64D4}">
      <dsp:nvSpPr>
        <dsp:cNvPr id="0" name=""/>
        <dsp:cNvSpPr/>
      </dsp:nvSpPr>
      <dsp:spPr>
        <a:xfrm>
          <a:off x="2060916" y="811294"/>
          <a:ext cx="638349" cy="6383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61B166-81B7-42B0-B14F-B65C4B499B2F}">
      <dsp:nvSpPr>
        <dsp:cNvPr id="0" name=""/>
        <dsp:cNvSpPr/>
      </dsp:nvSpPr>
      <dsp:spPr>
        <a:xfrm>
          <a:off x="1670814"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2. Define and Deliberate the Problem or Need</a:t>
          </a:r>
        </a:p>
      </dsp:txBody>
      <dsp:txXfrm>
        <a:off x="1670814" y="1737563"/>
        <a:ext cx="1418554" cy="992988"/>
      </dsp:txXfrm>
    </dsp:sp>
    <dsp:sp modelId="{CC907C8B-2BB2-4652-B2DB-CCA71F74D4F1}">
      <dsp:nvSpPr>
        <dsp:cNvPr id="0" name=""/>
        <dsp:cNvSpPr/>
      </dsp:nvSpPr>
      <dsp:spPr>
        <a:xfrm>
          <a:off x="3727718" y="811294"/>
          <a:ext cx="638349" cy="6383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17A877-D648-47AE-B4C8-12F9180D2275}">
      <dsp:nvSpPr>
        <dsp:cNvPr id="0" name=""/>
        <dsp:cNvSpPr/>
      </dsp:nvSpPr>
      <dsp:spPr>
        <a:xfrm>
          <a:off x="3337615"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3. Research Needed Information</a:t>
          </a:r>
        </a:p>
      </dsp:txBody>
      <dsp:txXfrm>
        <a:off x="3337615" y="1737563"/>
        <a:ext cx="1418554" cy="992988"/>
      </dsp:txXfrm>
    </dsp:sp>
    <dsp:sp modelId="{38428398-E084-4F7B-B400-A904C3FE7368}">
      <dsp:nvSpPr>
        <dsp:cNvPr id="0" name=""/>
        <dsp:cNvSpPr/>
      </dsp:nvSpPr>
      <dsp:spPr>
        <a:xfrm>
          <a:off x="5390141" y="787962"/>
          <a:ext cx="638349" cy="6383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947793-6784-4C31-80A0-19AEB92FC81E}">
      <dsp:nvSpPr>
        <dsp:cNvPr id="0" name=""/>
        <dsp:cNvSpPr/>
      </dsp:nvSpPr>
      <dsp:spPr>
        <a:xfrm>
          <a:off x="5004417"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4. Explore Options</a:t>
          </a:r>
        </a:p>
      </dsp:txBody>
      <dsp:txXfrm>
        <a:off x="5004417" y="1737563"/>
        <a:ext cx="1418554" cy="992988"/>
      </dsp:txXfrm>
    </dsp:sp>
    <dsp:sp modelId="{9CFDD305-9BAA-49AA-8CE8-3F1DE60F6BC1}">
      <dsp:nvSpPr>
        <dsp:cNvPr id="0" name=""/>
        <dsp:cNvSpPr/>
      </dsp:nvSpPr>
      <dsp:spPr>
        <a:xfrm>
          <a:off x="7020116" y="811294"/>
          <a:ext cx="638349" cy="6383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D6731B-A50C-4DC4-870E-B1359563B2CB}">
      <dsp:nvSpPr>
        <dsp:cNvPr id="0" name=""/>
        <dsp:cNvSpPr/>
      </dsp:nvSpPr>
      <dsp:spPr>
        <a:xfrm>
          <a:off x="6630010"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5. Submit Proposal or Report</a:t>
          </a:r>
        </a:p>
      </dsp:txBody>
      <dsp:txXfrm>
        <a:off x="6630010" y="1737563"/>
        <a:ext cx="1418554" cy="992988"/>
      </dsp:txXfrm>
    </dsp:sp>
    <dsp:sp modelId="{287C205F-2E27-42CC-A310-CA9F83EFE45A}">
      <dsp:nvSpPr>
        <dsp:cNvPr id="0" name=""/>
        <dsp:cNvSpPr/>
      </dsp:nvSpPr>
      <dsp:spPr>
        <a:xfrm>
          <a:off x="8678677" y="811294"/>
          <a:ext cx="638349" cy="63834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2CAEEA-437B-4002-BA8B-1D3F05895E6B}">
      <dsp:nvSpPr>
        <dsp:cNvPr id="0" name=""/>
        <dsp:cNvSpPr/>
      </dsp:nvSpPr>
      <dsp:spPr>
        <a:xfrm>
          <a:off x="8288570"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6. Sustain Efforts to Implement the Solution</a:t>
          </a:r>
        </a:p>
      </dsp:txBody>
      <dsp:txXfrm>
        <a:off x="8288570" y="1737563"/>
        <a:ext cx="1418554" cy="992988"/>
      </dsp:txXfrm>
    </dsp:sp>
    <dsp:sp modelId="{74737FEE-21A7-4F17-A5F6-A858547D2AED}">
      <dsp:nvSpPr>
        <dsp:cNvPr id="0" name=""/>
        <dsp:cNvSpPr/>
      </dsp:nvSpPr>
      <dsp:spPr>
        <a:xfrm>
          <a:off x="10394925" y="811294"/>
          <a:ext cx="638349" cy="63834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976077-292E-48B7-B5FF-EE229D31C0CF}">
      <dsp:nvSpPr>
        <dsp:cNvPr id="0" name=""/>
        <dsp:cNvSpPr/>
      </dsp:nvSpPr>
      <dsp:spPr>
        <a:xfrm>
          <a:off x="10004822" y="1737563"/>
          <a:ext cx="1418554" cy="992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1" kern="1200" dirty="0"/>
            <a:t>Step 7. Iterate and Improve the Solution</a:t>
          </a:r>
        </a:p>
      </dsp:txBody>
      <dsp:txXfrm>
        <a:off x="10004822" y="1737563"/>
        <a:ext cx="1418554" cy="992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6E640-907A-4CB4-9061-179CE8AAD233}">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0BC783-AF91-49A0-A3C9-D6B3D5CC36AA}">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7C4AAC-6A72-4C89-847B-E4A368D81206}">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Identify the issue or task assigned, considering the function of the office, the staff's role, duties, and responsibilities. </a:t>
          </a:r>
        </a:p>
      </dsp:txBody>
      <dsp:txXfrm>
        <a:off x="837512" y="3404"/>
        <a:ext cx="9678087" cy="725119"/>
      </dsp:txXfrm>
    </dsp:sp>
    <dsp:sp modelId="{2C62D7BC-ECBE-43A6-BCD2-7F8226CEFA01}">
      <dsp:nvSpPr>
        <dsp:cNvPr id="0" name=""/>
        <dsp:cNvSpPr/>
      </dsp:nvSpPr>
      <dsp:spPr>
        <a:xfrm>
          <a:off x="0" y="909803"/>
          <a:ext cx="10515600" cy="725119"/>
        </a:xfrm>
        <a:prstGeom prst="roundRect">
          <a:avLst>
            <a:gd name="adj" fmla="val 10000"/>
          </a:avLst>
        </a:prstGeom>
        <a:solidFill>
          <a:srgbClr val="196B24">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FF14BF95-2D62-49F1-B462-53564C4478B9}">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331222-F8FA-4AB0-A0FA-FE49C5B067B2}">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Determine the stakeholders affected by the issue or task, including their interests, concerns, and perspectives. </a:t>
          </a:r>
        </a:p>
      </dsp:txBody>
      <dsp:txXfrm>
        <a:off x="837512" y="909803"/>
        <a:ext cx="9678087" cy="725119"/>
      </dsp:txXfrm>
    </dsp:sp>
    <dsp:sp modelId="{74658700-6E8B-40C2-B748-DC285D3FC25B}">
      <dsp:nvSpPr>
        <dsp:cNvPr id="0" name=""/>
        <dsp:cNvSpPr/>
      </dsp:nvSpPr>
      <dsp:spPr>
        <a:xfrm>
          <a:off x="0" y="1816202"/>
          <a:ext cx="10515600" cy="725119"/>
        </a:xfrm>
        <a:prstGeom prst="roundRect">
          <a:avLst>
            <a:gd name="adj" fmla="val 10000"/>
          </a:avLst>
        </a:prstGeom>
        <a:solidFill>
          <a:srgbClr val="0F9ED5">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D8D83AE3-1754-4A5D-800A-AB3A634F814B}">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297273-26AC-4C4C-80BD-607113C6E089}">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Examine the internal and external factors influencing the issue or task, such as political, economic, social, technological, and environmental aspects. </a:t>
          </a:r>
        </a:p>
      </dsp:txBody>
      <dsp:txXfrm>
        <a:off x="837512" y="1816202"/>
        <a:ext cx="9678087" cy="725119"/>
      </dsp:txXfrm>
    </dsp:sp>
    <dsp:sp modelId="{A8EBC081-14E1-4E45-89FA-53F20F88F400}">
      <dsp:nvSpPr>
        <dsp:cNvPr id="0" name=""/>
        <dsp:cNvSpPr/>
      </dsp:nvSpPr>
      <dsp:spPr>
        <a:xfrm>
          <a:off x="0" y="2722601"/>
          <a:ext cx="10515600" cy="725119"/>
        </a:xfrm>
        <a:prstGeom prst="roundRect">
          <a:avLst>
            <a:gd name="adj" fmla="val 10000"/>
          </a:avLst>
        </a:prstGeom>
        <a:solidFill>
          <a:srgbClr val="A02B93">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4DBD6EB6-A4A8-4DF2-B743-B19F157AF111}">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E558CC-46D4-4CFC-8F80-766742371B5B}">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Review existing laws, policies, guidelines, and regulations related to the issue or task. </a:t>
          </a:r>
        </a:p>
      </dsp:txBody>
      <dsp:txXfrm>
        <a:off x="837512" y="2722601"/>
        <a:ext cx="9678087" cy="725119"/>
      </dsp:txXfrm>
    </dsp:sp>
    <dsp:sp modelId="{5D50E8DC-149B-40DE-8D16-97E656E5DA79}">
      <dsp:nvSpPr>
        <dsp:cNvPr id="0" name=""/>
        <dsp:cNvSpPr/>
      </dsp:nvSpPr>
      <dsp:spPr>
        <a:xfrm>
          <a:off x="0" y="3629000"/>
          <a:ext cx="10515600" cy="725119"/>
        </a:xfrm>
        <a:prstGeom prst="roundRect">
          <a:avLst>
            <a:gd name="adj" fmla="val 10000"/>
          </a:avLst>
        </a:prstGeom>
        <a:solidFill>
          <a:srgbClr val="4EA72E">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4C830B6E-11DC-47E1-9526-F548BF43F1B2}">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BD6753-42AA-43A3-8565-0008AA14AB7A}">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Gather preliminary data and information to establish a foundation for further analysis.</a:t>
          </a:r>
        </a:p>
      </dsp:txBody>
      <dsp:txXfrm>
        <a:off x="837512" y="3629000"/>
        <a:ext cx="9678087" cy="725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1856F-E58E-4F8E-8325-21C9964F0004}">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7CF97-88C7-4D2C-A80D-8D4C81284FC1}">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BFF281-C74F-49D7-A568-EE83ACE20751}">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Based on the contextual analysis, clearly articulate the problem or need to be addressed. </a:t>
          </a:r>
        </a:p>
      </dsp:txBody>
      <dsp:txXfrm>
        <a:off x="837512" y="3404"/>
        <a:ext cx="9678087" cy="725119"/>
      </dsp:txXfrm>
    </dsp:sp>
    <dsp:sp modelId="{7056AA60-7C6A-4A79-BE88-C2AE7FD0CA01}">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38B0CF-7A2C-4E95-88B7-FB85A8027E02}">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B0C61E-8B2C-45A1-BDD0-03D182BC904B}">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Engage in discussions with relevant stakeholders to gain diverse perspectives and insights. </a:t>
          </a:r>
        </a:p>
      </dsp:txBody>
      <dsp:txXfrm>
        <a:off x="837512" y="909803"/>
        <a:ext cx="9678087" cy="725119"/>
      </dsp:txXfrm>
    </dsp:sp>
    <dsp:sp modelId="{0B38799C-4D88-464F-BC72-882565DEE5A9}">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CBB97-E07F-44A3-B0AC-D922E26D127E}">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F412E1-76F2-4D5F-A7DD-ABE8849C805E}">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Identify the root causes, potential consequences, and interconnections of the problem or need. </a:t>
          </a:r>
        </a:p>
      </dsp:txBody>
      <dsp:txXfrm>
        <a:off x="837512" y="1816202"/>
        <a:ext cx="9678087" cy="725119"/>
      </dsp:txXfrm>
    </dsp:sp>
    <dsp:sp modelId="{AF3FEF7A-E004-4CBF-BEFC-A725E3E4501A}">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928DA-366E-41E4-960E-116268A9F9AC}">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7901A0-F5E7-4296-874C-AAE6FB33523C}">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Establish the scope, objectives, and success criteria for the CSW effort. </a:t>
          </a:r>
        </a:p>
      </dsp:txBody>
      <dsp:txXfrm>
        <a:off x="837512" y="2722601"/>
        <a:ext cx="9678087" cy="725119"/>
      </dsp:txXfrm>
    </dsp:sp>
    <dsp:sp modelId="{CBD90802-357F-4E5E-B34C-2355E6155762}">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A64C3D-44EA-4107-A523-125F1B2066B1}">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51761-C643-455F-9401-C54342BA35E2}">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Document the problem or need statement and seek validation from key stakeholders.</a:t>
          </a:r>
        </a:p>
      </dsp:txBody>
      <dsp:txXfrm>
        <a:off x="837512" y="3629000"/>
        <a:ext cx="9678087" cy="7251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C537A-24D0-4BF2-9053-6DD104DBC919}">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D0C44-1DD8-4E75-B4C9-113BD8418545}">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71894-5453-4CBA-9801-9FE1E11BABD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Develop a research plan to gather in-depth information and data related to the problem or need. </a:t>
          </a:r>
        </a:p>
      </dsp:txBody>
      <dsp:txXfrm>
        <a:off x="837512" y="3404"/>
        <a:ext cx="9678087" cy="725119"/>
      </dsp:txXfrm>
    </dsp:sp>
    <dsp:sp modelId="{F7772265-0804-4AFA-ABE2-2C6CC68881EB}">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E4887-3288-4199-B3EB-7A816ECDE1E8}">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BA9C6-1CEA-4386-B9E0-000B90DE9C98}">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Utilize various sources such as government databases, published reports, academic publications, expert inputs, and stakeholder interviews, surveys, and consultations. </a:t>
          </a:r>
        </a:p>
      </dsp:txBody>
      <dsp:txXfrm>
        <a:off x="837512" y="909803"/>
        <a:ext cx="9678087" cy="725119"/>
      </dsp:txXfrm>
    </dsp:sp>
    <dsp:sp modelId="{0B2CE7AA-A90B-4182-BAD7-2FE3B622E658}">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60D8-C7CC-4B1F-9417-B3C04E2E81E9}">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D07D0-0F22-4AFE-833C-093F92E028D8}">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Conduct literature reviews, benchmarking studies, and best practice analyses. </a:t>
          </a:r>
        </a:p>
      </dsp:txBody>
      <dsp:txXfrm>
        <a:off x="837512" y="1816202"/>
        <a:ext cx="9678087" cy="725119"/>
      </dsp:txXfrm>
    </dsp:sp>
    <dsp:sp modelId="{A42BD10D-AB33-46F3-ABE6-8DEB9B65DB3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A9F5E-D656-4ED8-914A-020809277B07}">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C8B99-C51F-483D-A249-15D5FC13C143}">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Identify and fill knowledge gaps through targeted research. </a:t>
          </a:r>
        </a:p>
      </dsp:txBody>
      <dsp:txXfrm>
        <a:off x="837512" y="2722601"/>
        <a:ext cx="9678087" cy="725119"/>
      </dsp:txXfrm>
    </dsp:sp>
    <dsp:sp modelId="{EB235C73-9AC3-4CB2-80A2-1F426E5C36F6}">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B937-0C5C-449A-8454-0BE79881D9E2}">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CD3E7-DFE6-4BE9-B812-71E41FE33D24}">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Analyze and synthesize the findings to inform the development of potential solutions.</a:t>
          </a:r>
        </a:p>
      </dsp:txBody>
      <dsp:txXfrm>
        <a:off x="837512" y="3629000"/>
        <a:ext cx="9678087" cy="7251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C537A-24D0-4BF2-9053-6DD104DBC919}">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FD0C44-1DD8-4E75-B4C9-113BD8418545}">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171894-5453-4CBA-9801-9FE1E11BABDD}">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Generate a wide range of potential solutions or approaches to address the problem or need. </a:t>
          </a:r>
        </a:p>
      </dsp:txBody>
      <dsp:txXfrm>
        <a:off x="837512" y="3404"/>
        <a:ext cx="9678087" cy="725119"/>
      </dsp:txXfrm>
    </dsp:sp>
    <dsp:sp modelId="{F7772265-0804-4AFA-ABE2-2C6CC68881EB}">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E4887-3288-4199-B3EB-7A816ECDE1E8}">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BA9C6-1CEA-4386-B9E0-000B90DE9C98}">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Engage in creative problem-solving techniques, such as brainstorming sessions, mind mapping, and scenario planning. </a:t>
          </a:r>
        </a:p>
      </dsp:txBody>
      <dsp:txXfrm>
        <a:off x="837512" y="909803"/>
        <a:ext cx="9678087" cy="725119"/>
      </dsp:txXfrm>
    </dsp:sp>
    <dsp:sp modelId="{0B2CE7AA-A90B-4182-BAD7-2FE3B622E658}">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E60D8-C7CC-4B1F-9417-B3C04E2E81E9}">
      <dsp:nvSpPr>
        <dsp:cNvPr id="0" name=""/>
        <dsp:cNvSpPr/>
      </dsp:nvSpPr>
      <dsp:spPr>
        <a:xfrm>
          <a:off x="219348" y="1979354"/>
          <a:ext cx="398815" cy="39881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D07D0-0F22-4AFE-833C-093F92E028D8}">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Assess the feasibility, effectiveness, and potential impact of each option, considering factors such as resources, timelines, risks, and stakeholder acceptance.</a:t>
          </a:r>
        </a:p>
      </dsp:txBody>
      <dsp:txXfrm>
        <a:off x="837512" y="1816202"/>
        <a:ext cx="9678087" cy="725119"/>
      </dsp:txXfrm>
    </dsp:sp>
    <dsp:sp modelId="{A42BD10D-AB33-46F3-ABE6-8DEB9B65DB3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A9F5E-D656-4ED8-914A-020809277B07}">
      <dsp:nvSpPr>
        <dsp:cNvPr id="0" name=""/>
        <dsp:cNvSpPr/>
      </dsp:nvSpPr>
      <dsp:spPr>
        <a:xfrm>
          <a:off x="219348" y="2885753"/>
          <a:ext cx="398815" cy="398815"/>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C8B99-C51F-483D-A249-15D5FC13C143}">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Conduct cost-benefit analyses and impact assessments. </a:t>
          </a:r>
        </a:p>
      </dsp:txBody>
      <dsp:txXfrm>
        <a:off x="837512" y="2722601"/>
        <a:ext cx="9678087" cy="725119"/>
      </dsp:txXfrm>
    </dsp:sp>
    <dsp:sp modelId="{EB235C73-9AC3-4CB2-80A2-1F426E5C36F6}">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13B937-0C5C-449A-8454-0BE79881D9E2}">
      <dsp:nvSpPr>
        <dsp:cNvPr id="0" name=""/>
        <dsp:cNvSpPr/>
      </dsp:nvSpPr>
      <dsp:spPr>
        <a:xfrm>
          <a:off x="219348" y="3792152"/>
          <a:ext cx="398815" cy="398815"/>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CD3E7-DFE6-4BE9-B812-71E41FE33D24}">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dirty="0"/>
            <a:t>Shortlist the most promising options based on predefined criteria.</a:t>
          </a:r>
        </a:p>
      </dsp:txBody>
      <dsp:txXfrm>
        <a:off x="837512" y="3629000"/>
        <a:ext cx="9678087" cy="7251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E1FA11-72C6-4F11-9416-01F2D9FF3ACB}">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7BC7FA-24B6-40A9-AD63-5C795D5E2983}">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8CAE6E-61DD-45BE-A45C-48EBC7C1A39E}">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Prepare a comprehensive proposal or report that presents the recommended solution or approach. </a:t>
          </a:r>
        </a:p>
      </dsp:txBody>
      <dsp:txXfrm>
        <a:off x="837512" y="3404"/>
        <a:ext cx="9678087" cy="725119"/>
      </dsp:txXfrm>
    </dsp:sp>
    <dsp:sp modelId="{4DCE4F2B-B222-44AE-BDAF-29C422666339}">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EE72C8-3E4A-4DC9-851A-E8C202A34D87}">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7DCDA7-62DB-45DD-99A3-9C29BAE8A0FE}">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Include a detailed implementation plan outlining the steps, milestones, resource requirements, and timelines. </a:t>
          </a:r>
        </a:p>
      </dsp:txBody>
      <dsp:txXfrm>
        <a:off x="837512" y="909803"/>
        <a:ext cx="9678087" cy="725119"/>
      </dsp:txXfrm>
    </dsp:sp>
    <dsp:sp modelId="{C4510D00-33B7-4998-9A69-7284AD10EED1}">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968654-215C-42B1-9F8B-356C014BF633}">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AA258C-A63E-43C3-9F57-4A2383299B09}">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Develop monitoring and evaluation frameworks to track progress, measure success, and ensure accountability. </a:t>
          </a:r>
        </a:p>
      </dsp:txBody>
      <dsp:txXfrm>
        <a:off x="837512" y="1816202"/>
        <a:ext cx="9678087" cy="725119"/>
      </dsp:txXfrm>
    </dsp:sp>
    <dsp:sp modelId="{F4269BEE-61D8-462B-ABB8-51F48FD3B8FD}">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546EB5-9B34-4558-AEFF-DBB8FBF6696F}">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5E5040-B4E8-455F-B11B-A8E0AA3423DB}">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Incorporate risk management strategies and contingency plans. </a:t>
          </a:r>
        </a:p>
      </dsp:txBody>
      <dsp:txXfrm>
        <a:off x="837512" y="2722601"/>
        <a:ext cx="9678087" cy="725119"/>
      </dsp:txXfrm>
    </dsp:sp>
    <dsp:sp modelId="{C6096C54-5519-430E-9083-8ED1B11F273D}">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C792F3-36CB-4551-9C6D-AD370AB87F9C}">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9673FA-7DCD-46F1-BC2C-C4F68659E7C5}">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Present the proposal or report to the relevant decision-makers, highlighting the benefits, challenges, and expected outcomes.</a:t>
          </a:r>
        </a:p>
      </dsp:txBody>
      <dsp:txXfrm>
        <a:off x="837512" y="3629000"/>
        <a:ext cx="9678087" cy="7251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60A3B-AA8D-45C4-9970-D990B1DB5DB8}">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9A0E6D-D2B3-4742-A959-A3980678016C}">
      <dsp:nvSpPr>
        <dsp:cNvPr id="0" name=""/>
        <dsp:cNvSpPr/>
      </dsp:nvSpPr>
      <dsp:spPr>
        <a:xfrm>
          <a:off x="219348" y="166556"/>
          <a:ext cx="398815" cy="3988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122B16-31EC-4FF4-BFBC-2C395A04DFCA}">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Keep seeking approval and once the solution is approved, mobilize the necessary resources, including personnel, budget, and infrastructure. </a:t>
          </a:r>
        </a:p>
      </dsp:txBody>
      <dsp:txXfrm>
        <a:off x="837512" y="3404"/>
        <a:ext cx="9678087" cy="725119"/>
      </dsp:txXfrm>
    </dsp:sp>
    <dsp:sp modelId="{0C42D0E6-DE0F-4B59-9DD7-2F57F1B47540}">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EF542-B0A0-4CDE-B94B-13FB2B947C24}">
      <dsp:nvSpPr>
        <dsp:cNvPr id="0" name=""/>
        <dsp:cNvSpPr/>
      </dsp:nvSpPr>
      <dsp:spPr>
        <a:xfrm>
          <a:off x="219348" y="1072955"/>
          <a:ext cx="398815" cy="3988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A7E7B8-484A-445D-9E71-EF4E9A18D50A}">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Develop detailed action plans, assign responsibilities, and establish clear communication channels. </a:t>
          </a:r>
        </a:p>
      </dsp:txBody>
      <dsp:txXfrm>
        <a:off x="837512" y="909803"/>
        <a:ext cx="9678087" cy="725119"/>
      </dsp:txXfrm>
    </dsp:sp>
    <dsp:sp modelId="{13CB73D5-6900-4911-91E5-8C5243E19813}">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43E333-E5B7-490A-8C46-42FBA299DC97}">
      <dsp:nvSpPr>
        <dsp:cNvPr id="0" name=""/>
        <dsp:cNvSpPr/>
      </dsp:nvSpPr>
      <dsp:spPr>
        <a:xfrm>
          <a:off x="219348" y="1979354"/>
          <a:ext cx="398815" cy="3988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5E4807-BF5D-41CB-B0A8-72B85EDAF0A6}">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Provide training and capacity building to ensure effective implementation. </a:t>
          </a:r>
        </a:p>
      </dsp:txBody>
      <dsp:txXfrm>
        <a:off x="837512" y="1816202"/>
        <a:ext cx="9678087" cy="725119"/>
      </dsp:txXfrm>
    </dsp:sp>
    <dsp:sp modelId="{B05ACEC0-F022-48A9-A980-99EE981577C0}">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BB2B29-B672-4D7B-B8EC-749CF8AE4ABD}">
      <dsp:nvSpPr>
        <dsp:cNvPr id="0" name=""/>
        <dsp:cNvSpPr/>
      </dsp:nvSpPr>
      <dsp:spPr>
        <a:xfrm>
          <a:off x="219348" y="2885753"/>
          <a:ext cx="398815" cy="3988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D05848-ADAE-4182-881C-9390C8BC4B15}">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Monitor progress regularly, track key performance indicators, and address any challenges or obstacles that arise. </a:t>
          </a:r>
        </a:p>
      </dsp:txBody>
      <dsp:txXfrm>
        <a:off x="837512" y="2722601"/>
        <a:ext cx="9678087" cy="725119"/>
      </dsp:txXfrm>
    </dsp:sp>
    <dsp:sp modelId="{88AD9205-E5BF-4840-B809-CA39427A9B28}">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9EAB3-F6A6-4885-86C7-5B561B0C450B}">
      <dsp:nvSpPr>
        <dsp:cNvPr id="0" name=""/>
        <dsp:cNvSpPr/>
      </dsp:nvSpPr>
      <dsp:spPr>
        <a:xfrm>
          <a:off x="219348" y="3792152"/>
          <a:ext cx="398815" cy="3988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2F6296-2DA7-4CA7-9C4C-015A4F477CED}">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89000">
            <a:lnSpc>
              <a:spcPct val="90000"/>
            </a:lnSpc>
            <a:spcBef>
              <a:spcPct val="0"/>
            </a:spcBef>
            <a:spcAft>
              <a:spcPct val="35000"/>
            </a:spcAft>
            <a:buNone/>
          </a:pPr>
          <a:r>
            <a:rPr lang="en-US" sz="2000" kern="1200"/>
            <a:t>Engage stakeholders throughout the implementation process and maintain their support.</a:t>
          </a:r>
        </a:p>
      </dsp:txBody>
      <dsp:txXfrm>
        <a:off x="837512" y="3629000"/>
        <a:ext cx="9678087" cy="7251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17656-0B4F-49DE-80BE-7F5919A73FD3}">
      <dsp:nvSpPr>
        <dsp:cNvPr id="0" name=""/>
        <dsp:cNvSpPr/>
      </dsp:nvSpPr>
      <dsp:spPr>
        <a:xfrm>
          <a:off x="0" y="19050"/>
          <a:ext cx="10515600" cy="67648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AA7201-3967-4EEE-8874-6D99C4198C2A}">
      <dsp:nvSpPr>
        <dsp:cNvPr id="0" name=""/>
        <dsp:cNvSpPr/>
      </dsp:nvSpPr>
      <dsp:spPr>
        <a:xfrm>
          <a:off x="204637" y="171260"/>
          <a:ext cx="372432" cy="3720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8C350E-3640-4432-801C-86BC244A602C}">
      <dsp:nvSpPr>
        <dsp:cNvPr id="0" name=""/>
        <dsp:cNvSpPr/>
      </dsp:nvSpPr>
      <dsp:spPr>
        <a:xfrm>
          <a:off x="781707" y="19050"/>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Continuously monitor and evaluate the implemented solution to assess its effectiveness, efficiency, and impact. </a:t>
          </a:r>
        </a:p>
      </dsp:txBody>
      <dsp:txXfrm>
        <a:off x="781707" y="19050"/>
        <a:ext cx="9721854" cy="697628"/>
      </dsp:txXfrm>
    </dsp:sp>
    <dsp:sp modelId="{1CA5A5A4-92CA-4E17-A55F-C462714F504E}">
      <dsp:nvSpPr>
        <dsp:cNvPr id="0" name=""/>
        <dsp:cNvSpPr/>
      </dsp:nvSpPr>
      <dsp:spPr>
        <a:xfrm>
          <a:off x="0" y="891085"/>
          <a:ext cx="10515600" cy="67648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2E2C28-EAC7-43CF-8EBF-A65D65BD3DE2}">
      <dsp:nvSpPr>
        <dsp:cNvPr id="0" name=""/>
        <dsp:cNvSpPr/>
      </dsp:nvSpPr>
      <dsp:spPr>
        <a:xfrm>
          <a:off x="204637" y="1043295"/>
          <a:ext cx="372432" cy="3720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09179F-A384-452F-9249-07EB34F7C8F3}">
      <dsp:nvSpPr>
        <dsp:cNvPr id="0" name=""/>
        <dsp:cNvSpPr/>
      </dsp:nvSpPr>
      <dsp:spPr>
        <a:xfrm>
          <a:off x="781707" y="891085"/>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Collect feedback from stakeholders, conduct surveys, and analyze performance data. </a:t>
          </a:r>
        </a:p>
      </dsp:txBody>
      <dsp:txXfrm>
        <a:off x="781707" y="891085"/>
        <a:ext cx="9721854" cy="697628"/>
      </dsp:txXfrm>
    </dsp:sp>
    <dsp:sp modelId="{DB61BEBA-03B8-4113-9B57-FD3F985CF729}">
      <dsp:nvSpPr>
        <dsp:cNvPr id="0" name=""/>
        <dsp:cNvSpPr/>
      </dsp:nvSpPr>
      <dsp:spPr>
        <a:xfrm>
          <a:off x="0" y="1763120"/>
          <a:ext cx="10515600" cy="67648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78E86B-74CC-4057-8DF0-64E2DA9C0D81}">
      <dsp:nvSpPr>
        <dsp:cNvPr id="0" name=""/>
        <dsp:cNvSpPr/>
      </dsp:nvSpPr>
      <dsp:spPr>
        <a:xfrm>
          <a:off x="204637" y="1915330"/>
          <a:ext cx="372432" cy="37206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4B5853-EDED-4DF7-B6CA-1517BB0ECA9D}">
      <dsp:nvSpPr>
        <dsp:cNvPr id="0" name=""/>
        <dsp:cNvSpPr/>
      </dsp:nvSpPr>
      <dsp:spPr>
        <a:xfrm>
          <a:off x="781707" y="1763120"/>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89000">
            <a:lnSpc>
              <a:spcPct val="90000"/>
            </a:lnSpc>
            <a:spcBef>
              <a:spcPct val="0"/>
            </a:spcBef>
            <a:spcAft>
              <a:spcPct val="35000"/>
            </a:spcAft>
            <a:buNone/>
          </a:pPr>
          <a:r>
            <a:rPr lang="en-US" sz="2000" kern="1200" dirty="0"/>
            <a:t>Identify areas for improvement and document lessons learned. </a:t>
          </a:r>
        </a:p>
      </dsp:txBody>
      <dsp:txXfrm>
        <a:off x="781707" y="1763120"/>
        <a:ext cx="9721854" cy="697628"/>
      </dsp:txXfrm>
    </dsp:sp>
    <dsp:sp modelId="{36A18C92-6153-4965-9495-9DA2301AD0E1}">
      <dsp:nvSpPr>
        <dsp:cNvPr id="0" name=""/>
        <dsp:cNvSpPr/>
      </dsp:nvSpPr>
      <dsp:spPr>
        <a:xfrm>
          <a:off x="0" y="2635156"/>
          <a:ext cx="10515600" cy="67648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5F05E3-55C2-451D-957E-27509193E34C}">
      <dsp:nvSpPr>
        <dsp:cNvPr id="0" name=""/>
        <dsp:cNvSpPr/>
      </dsp:nvSpPr>
      <dsp:spPr>
        <a:xfrm>
          <a:off x="204637" y="2787366"/>
          <a:ext cx="372432" cy="37206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7999BE-349F-4818-8BD6-B5C2D76453CC}">
      <dsp:nvSpPr>
        <dsp:cNvPr id="0" name=""/>
        <dsp:cNvSpPr/>
      </dsp:nvSpPr>
      <dsp:spPr>
        <a:xfrm>
          <a:off x="781707" y="2635156"/>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800100">
            <a:lnSpc>
              <a:spcPct val="90000"/>
            </a:lnSpc>
            <a:spcBef>
              <a:spcPct val="0"/>
            </a:spcBef>
            <a:spcAft>
              <a:spcPct val="35000"/>
            </a:spcAft>
            <a:buNone/>
          </a:pPr>
          <a:r>
            <a:rPr lang="en-US" sz="1800" kern="1200" dirty="0"/>
            <a:t>Based on the findings, iterate and refine the solution, making necessary adjustments and enhancements.</a:t>
          </a:r>
        </a:p>
      </dsp:txBody>
      <dsp:txXfrm>
        <a:off x="781707" y="2635156"/>
        <a:ext cx="9721854" cy="697628"/>
      </dsp:txXfrm>
    </dsp:sp>
    <dsp:sp modelId="{D2840599-5853-4CDA-995B-509758291CDE}">
      <dsp:nvSpPr>
        <dsp:cNvPr id="0" name=""/>
        <dsp:cNvSpPr/>
      </dsp:nvSpPr>
      <dsp:spPr>
        <a:xfrm>
          <a:off x="0" y="3507191"/>
          <a:ext cx="10515600" cy="83128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305C43-8F15-4358-92B1-C22AF0D4C5A3}">
      <dsp:nvSpPr>
        <dsp:cNvPr id="0" name=""/>
        <dsp:cNvSpPr/>
      </dsp:nvSpPr>
      <dsp:spPr>
        <a:xfrm>
          <a:off x="204637" y="3736798"/>
          <a:ext cx="372432" cy="37206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C632F-0526-4B8A-B9DE-0C647A5BEF7C}">
      <dsp:nvSpPr>
        <dsp:cNvPr id="0" name=""/>
        <dsp:cNvSpPr/>
      </dsp:nvSpPr>
      <dsp:spPr>
        <a:xfrm>
          <a:off x="781707" y="3575163"/>
          <a:ext cx="9721854" cy="697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2" tIns="73832" rIns="73832" bIns="73832" numCol="1" spcCol="1270" anchor="ctr" anchorCtr="0">
          <a:noAutofit/>
        </a:bodyPr>
        <a:lstStyle/>
        <a:p>
          <a:pPr marL="0" lvl="0" indent="0" algn="l" defTabSz="711200">
            <a:lnSpc>
              <a:spcPct val="90000"/>
            </a:lnSpc>
            <a:spcBef>
              <a:spcPct val="0"/>
            </a:spcBef>
            <a:spcAft>
              <a:spcPct val="35000"/>
            </a:spcAft>
            <a:buNone/>
          </a:pPr>
          <a:r>
            <a:rPr lang="en-US" sz="1600" kern="1200" dirty="0"/>
            <a:t>If necessary, restart the CSW process from the context analysis stage to address emerging problems or changing circumstances. Foster a culture of continuous improvement, innovation, and adaptability to ensure the long-term success of the solution.</a:t>
          </a:r>
        </a:p>
      </dsp:txBody>
      <dsp:txXfrm>
        <a:off x="781707" y="3575163"/>
        <a:ext cx="9721854" cy="69762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BB120E-0B6C-42F4-8FAB-9160A7CE681E}" type="datetimeFigureOut">
              <a:rPr lang="en-US" smtClean="0"/>
              <a:t>4/28/2024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BED522-B689-48A4-8318-918E9DDE08A0}" type="slidenum">
              <a:rPr lang="en-US" smtClean="0"/>
              <a:t>‹#›</a:t>
            </a:fld>
            <a:endParaRPr lang="en-US"/>
          </a:p>
        </p:txBody>
      </p:sp>
    </p:spTree>
    <p:extLst>
      <p:ext uri="{BB962C8B-B14F-4D97-AF65-F5344CB8AC3E}">
        <p14:creationId xmlns:p14="http://schemas.microsoft.com/office/powerpoint/2010/main" val="111256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1: Analyze the Context</a:t>
            </a:r>
          </a:p>
          <a:p>
            <a:endParaRPr lang="en-US" dirty="0"/>
          </a:p>
          <a:p>
            <a:r>
              <a:rPr lang="en-US" dirty="0"/>
              <a:t>In this initial step of the Completed Staff Work (CSW) process, the staff member thoroughly examines the context surrounding the assigned issue or task. This step is crucial as it lays the foundation for the subsequent steps and ensures a comprehensive understanding of the situation. Here are the key components and instructions for analyzing the context:</a:t>
            </a:r>
          </a:p>
          <a:p>
            <a:endParaRPr lang="en-US" dirty="0"/>
          </a:p>
          <a:p>
            <a:r>
              <a:rPr lang="en-US" dirty="0"/>
              <a:t>1.1 Understand the Assignment:</a:t>
            </a:r>
          </a:p>
          <a:p>
            <a:r>
              <a:rPr lang="en-US" dirty="0"/>
              <a:t>- Clearly identify the issue or task assigned by the superior or decision-maker.</a:t>
            </a:r>
          </a:p>
          <a:p>
            <a:r>
              <a:rPr lang="en-US" dirty="0"/>
              <a:t>- Determine the purpose, objectives, and desired outcomes of the assignment.</a:t>
            </a:r>
          </a:p>
          <a:p>
            <a:r>
              <a:rPr lang="en-US" dirty="0"/>
              <a:t>- Clarify any ambiguities or uncertainties regarding the assignment with the superior.</a:t>
            </a:r>
          </a:p>
          <a:p>
            <a:endParaRPr lang="en-US" dirty="0"/>
          </a:p>
          <a:p>
            <a:r>
              <a:rPr lang="en-US" dirty="0"/>
              <a:t>1.2 Assess the Office's Function and Staff's Role:</a:t>
            </a:r>
          </a:p>
          <a:p>
            <a:r>
              <a:rPr lang="en-US" dirty="0"/>
              <a:t>- Examine the function, mandate, and responsibilities of the office or department handling the assignment.</a:t>
            </a:r>
          </a:p>
          <a:p>
            <a:r>
              <a:rPr lang="en-US" dirty="0"/>
              <a:t>- Identify the specific role, duties, and responsibilities of the staff member undertaking the CSW process.</a:t>
            </a:r>
          </a:p>
          <a:p>
            <a:r>
              <a:rPr lang="en-US" dirty="0"/>
              <a:t>- Ensure alignment between the assignment and the office's function and staff's role.</a:t>
            </a:r>
          </a:p>
          <a:p>
            <a:endParaRPr lang="en-US" dirty="0"/>
          </a:p>
          <a:p>
            <a:r>
              <a:rPr lang="en-US" dirty="0"/>
              <a:t>1.3 Identify Stakeholders:</a:t>
            </a:r>
          </a:p>
          <a:p>
            <a:r>
              <a:rPr lang="en-US" dirty="0"/>
              <a:t>- Determine all relevant stakeholders who are affected by or have an interest in the issue or task.</a:t>
            </a:r>
          </a:p>
          <a:p>
            <a:r>
              <a:rPr lang="en-US" dirty="0"/>
              <a:t>- Categorize stakeholders into primary (directly affected) and secondary (indirectly affected) groups.</a:t>
            </a:r>
          </a:p>
          <a:p>
            <a:r>
              <a:rPr lang="en-US" dirty="0"/>
              <a:t>- Analyze stakeholders' interests, concerns, expectations, and perspectives regarding the issue or task.</a:t>
            </a:r>
          </a:p>
          <a:p>
            <a:r>
              <a:rPr lang="en-US" dirty="0"/>
              <a:t>- Consider both internal stakeholders (within the organization) and external stakeholders (outside the organization).</a:t>
            </a:r>
          </a:p>
          <a:p>
            <a:endParaRPr lang="en-US" dirty="0"/>
          </a:p>
          <a:p>
            <a:r>
              <a:rPr lang="en-US" dirty="0"/>
              <a:t>1.4 Examine Internal and External Factors:</a:t>
            </a:r>
          </a:p>
          <a:p>
            <a:r>
              <a:rPr lang="en-US" dirty="0"/>
              <a:t>- Identify and assess the internal factors within the organization that may influence the issue or task, such as:</a:t>
            </a:r>
          </a:p>
          <a:p>
            <a:r>
              <a:rPr lang="en-US" dirty="0"/>
              <a:t>  - Organizational structure, culture, and values</a:t>
            </a:r>
          </a:p>
          <a:p>
            <a:r>
              <a:rPr lang="en-US" dirty="0"/>
              <a:t>  - Available resources (human, financial, technological)</a:t>
            </a:r>
          </a:p>
          <a:p>
            <a:r>
              <a:rPr lang="en-US" dirty="0"/>
              <a:t>- Analyze the external factors in the broader environment that may impact the issue or task, including:</a:t>
            </a:r>
          </a:p>
          <a:p>
            <a:r>
              <a:rPr lang="en-US" dirty="0"/>
              <a:t>  - Political factors (government policies, political climate)</a:t>
            </a:r>
          </a:p>
          <a:p>
            <a:r>
              <a:rPr lang="en-US" dirty="0"/>
              <a:t>  - Economic factors (market conditions, funding availability, budget constraints)</a:t>
            </a:r>
          </a:p>
          <a:p>
            <a:r>
              <a:rPr lang="en-US" dirty="0"/>
              <a:t>  - Social factors (demographic trends, public opinion, media attention)</a:t>
            </a:r>
          </a:p>
          <a:p>
            <a:r>
              <a:rPr lang="en-US" dirty="0"/>
              <a:t>  - Technological factors (advancements, disruptions, digital infrastructure)</a:t>
            </a:r>
          </a:p>
          <a:p>
            <a:r>
              <a:rPr lang="en-US" dirty="0"/>
              <a:t>  - Environmental factors (sustainability, ecological considerations)</a:t>
            </a:r>
          </a:p>
          <a:p>
            <a:endParaRPr lang="en-US" dirty="0"/>
          </a:p>
          <a:p>
            <a:r>
              <a:rPr lang="en-US" dirty="0"/>
              <a:t>1.5 Review Relevant Laws, Policies, and Regulations:</a:t>
            </a:r>
          </a:p>
          <a:p>
            <a:r>
              <a:rPr lang="en-US" dirty="0"/>
              <a:t>- Identify and compile all relevant laws, policies, guidelines, and regulations pertaining to the issue or task, including:</a:t>
            </a:r>
          </a:p>
          <a:p>
            <a:r>
              <a:rPr lang="en-US" dirty="0"/>
              <a:t>  - External laws and regulations applicable to the issue or task</a:t>
            </a:r>
          </a:p>
          <a:p>
            <a:r>
              <a:rPr lang="en-US" dirty="0"/>
              <a:t>  - Internal organizational policies, procedures, and guidelines</a:t>
            </a:r>
          </a:p>
          <a:p>
            <a:r>
              <a:rPr lang="en-US" dirty="0"/>
              <a:t>- Examine the implications and requirements of these legal and regulatory frameworks.</a:t>
            </a:r>
          </a:p>
          <a:p>
            <a:r>
              <a:rPr lang="en-US" dirty="0"/>
              <a:t>- Ensure that the CSW process aligns with and adheres to the applicable laws, policies, and regulations.</a:t>
            </a:r>
          </a:p>
          <a:p>
            <a:endParaRPr lang="en-US" dirty="0"/>
          </a:p>
          <a:p>
            <a:r>
              <a:rPr lang="en-US" dirty="0"/>
              <a:t>1.6 Gather Preliminary Data and Information:</a:t>
            </a:r>
          </a:p>
          <a:p>
            <a:r>
              <a:rPr lang="en-US" dirty="0"/>
              <a:t>- Collect initial data and information related to the issue or task from readily available sources.</a:t>
            </a:r>
          </a:p>
          <a:p>
            <a:r>
              <a:rPr lang="en-US" dirty="0"/>
              <a:t>- Identify key documents, reports, studies, and expert opinions that provide background information.</a:t>
            </a:r>
          </a:p>
          <a:p>
            <a:r>
              <a:rPr lang="en-US" dirty="0"/>
              <a:t>- Conduct preliminary research to establish a basic understanding of the subject matter.</a:t>
            </a:r>
          </a:p>
          <a:p>
            <a:r>
              <a:rPr lang="en-US" dirty="0"/>
              <a:t>- Document and organize the gathered data and information for easy reference in subsequent steps.</a:t>
            </a:r>
          </a:p>
        </p:txBody>
      </p:sp>
      <p:sp>
        <p:nvSpPr>
          <p:cNvPr id="4" name="Slide Number Placeholder 3"/>
          <p:cNvSpPr>
            <a:spLocks noGrp="1"/>
          </p:cNvSpPr>
          <p:nvPr>
            <p:ph type="sldNum" sz="quarter" idx="5"/>
          </p:nvPr>
        </p:nvSpPr>
        <p:spPr/>
        <p:txBody>
          <a:bodyPr/>
          <a:lstStyle/>
          <a:p>
            <a:fld id="{E4BED522-B689-48A4-8318-918E9DDE08A0}" type="slidenum">
              <a:rPr lang="en-US" smtClean="0"/>
              <a:t>3</a:t>
            </a:fld>
            <a:endParaRPr lang="en-US"/>
          </a:p>
        </p:txBody>
      </p:sp>
    </p:spTree>
    <p:extLst>
      <p:ext uri="{BB962C8B-B14F-4D97-AF65-F5344CB8AC3E}">
        <p14:creationId xmlns:p14="http://schemas.microsoft.com/office/powerpoint/2010/main" val="3601758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2: Define and Deliberate the Problem or Need</a:t>
            </a:r>
          </a:p>
          <a:p>
            <a:endParaRPr lang="en-US" dirty="0"/>
          </a:p>
          <a:p>
            <a:r>
              <a:rPr lang="en-US" dirty="0"/>
              <a:t>In this step of the CSW process, the staff member clearly defines the problem or need based on the contextual analysis conducted in Step 1. Deliberating the problem or need involves engaging with relevant stakeholders to gain a comprehensive understanding of the issue at hand. Here are the key components and instructions for defining and deliberating the problem or need:</a:t>
            </a:r>
          </a:p>
          <a:p>
            <a:endParaRPr lang="en-US" dirty="0"/>
          </a:p>
          <a:p>
            <a:r>
              <a:rPr lang="en-US" dirty="0"/>
              <a:t>2.1 Articulate the Problem or Need:</a:t>
            </a:r>
          </a:p>
          <a:p>
            <a:r>
              <a:rPr lang="en-US" dirty="0"/>
              <a:t>- Based on the contextual analysis, clearly state the problem or need that needs to be addressed.</a:t>
            </a:r>
          </a:p>
          <a:p>
            <a:r>
              <a:rPr lang="en-US" dirty="0"/>
              <a:t>- Describe the current situation, challenges, or opportunities associated with the problem or need.</a:t>
            </a:r>
          </a:p>
          <a:p>
            <a:r>
              <a:rPr lang="en-US" dirty="0"/>
              <a:t>- Identify the gaps between the current state and the desired state.</a:t>
            </a:r>
          </a:p>
          <a:p>
            <a:r>
              <a:rPr lang="en-US" dirty="0"/>
              <a:t>- Ensure that the problem or need statement is specific, measurable, and aligned with the assignment's objectives.</a:t>
            </a:r>
          </a:p>
          <a:p>
            <a:endParaRPr lang="en-US" dirty="0"/>
          </a:p>
          <a:p>
            <a:r>
              <a:rPr lang="en-US" dirty="0"/>
              <a:t>2.2 Engage Stakeholders in Deliberation:</a:t>
            </a:r>
          </a:p>
          <a:p>
            <a:r>
              <a:rPr lang="en-US" dirty="0"/>
              <a:t>- Identify the key stakeholders who have valuable insights, expertise, or decision-making authority related to the problem or need.</a:t>
            </a:r>
          </a:p>
          <a:p>
            <a:r>
              <a:rPr lang="en-US" dirty="0"/>
              <a:t>- Conduct stakeholder consultations, interviews, or focus group discussions to gather their perspectives, concerns, and expectations.</a:t>
            </a:r>
          </a:p>
          <a:p>
            <a:r>
              <a:rPr lang="en-US" dirty="0"/>
              <a:t>- Encourage open and inclusive dialogue to foster a comprehensive understanding of the problem or need.</a:t>
            </a:r>
          </a:p>
          <a:p>
            <a:r>
              <a:rPr lang="en-US" dirty="0"/>
              <a:t>- Document stakeholder inputs and incorporate their feedback into the problem definition process.</a:t>
            </a:r>
          </a:p>
          <a:p>
            <a:endParaRPr lang="en-US" dirty="0"/>
          </a:p>
          <a:p>
            <a:r>
              <a:rPr lang="en-US" dirty="0"/>
              <a:t>2.3 Identify Root Causes:</a:t>
            </a:r>
          </a:p>
          <a:p>
            <a:r>
              <a:rPr lang="en-US" dirty="0"/>
              <a:t>- Analyze the underlying factors contributing to the problem or need.</a:t>
            </a:r>
          </a:p>
          <a:p>
            <a:r>
              <a:rPr lang="en-US" dirty="0"/>
              <a:t>- Use problem-solving techniques such as root cause analysis, fishbone diagrams, or the "5 Whys" method to identify the root causes.</a:t>
            </a:r>
          </a:p>
          <a:p>
            <a:r>
              <a:rPr lang="en-US" dirty="0"/>
              <a:t>- Distinguish between symptoms and root causes to ensure that the CSW process addresses the fundamental issues.</a:t>
            </a:r>
          </a:p>
          <a:p>
            <a:endParaRPr lang="en-US" dirty="0"/>
          </a:p>
          <a:p>
            <a:r>
              <a:rPr lang="en-US" dirty="0"/>
              <a:t>2.4 Assess Potential Consequences:</a:t>
            </a:r>
          </a:p>
          <a:p>
            <a:r>
              <a:rPr lang="en-US" dirty="0"/>
              <a:t>- Evaluate the potential consequences and impacts of the problem or need if left unaddressed.</a:t>
            </a:r>
          </a:p>
          <a:p>
            <a:r>
              <a:rPr lang="en-US" dirty="0"/>
              <a:t>- Consider the short-term and long-term implications on various stakeholders, the organization, and the broader context.</a:t>
            </a:r>
          </a:p>
          <a:p>
            <a:r>
              <a:rPr lang="en-US" dirty="0"/>
              <a:t>- Identify the risks, challenges, and opportunities associated with addressing or not addressing the problem or need.</a:t>
            </a:r>
          </a:p>
          <a:p>
            <a:endParaRPr lang="en-US" dirty="0"/>
          </a:p>
          <a:p>
            <a:r>
              <a:rPr lang="en-US" dirty="0"/>
              <a:t>2.5 Establish Scope and Objectives:</a:t>
            </a:r>
          </a:p>
          <a:p>
            <a:r>
              <a:rPr lang="en-US" dirty="0"/>
              <a:t>- Define the scope of the CSW effort, clearly outlining what is within and outside the boundaries of the problem or need.</a:t>
            </a:r>
          </a:p>
          <a:p>
            <a:r>
              <a:rPr lang="en-US" dirty="0"/>
              <a:t>- Establish specific, measurable, achievable, relevant, and time-bound (SMART) objectives for addressing the problem or need.</a:t>
            </a:r>
          </a:p>
          <a:p>
            <a:r>
              <a:rPr lang="en-US" dirty="0"/>
              <a:t>- Ensure that the objectives align with the assignment's purpose and the organization's goals and priorities.</a:t>
            </a:r>
          </a:p>
          <a:p>
            <a:endParaRPr lang="en-US" dirty="0"/>
          </a:p>
          <a:p>
            <a:r>
              <a:rPr lang="en-US" dirty="0"/>
              <a:t>2.6 Document the Problem or Need Statement:</a:t>
            </a:r>
          </a:p>
          <a:p>
            <a:r>
              <a:rPr lang="en-US" dirty="0"/>
              <a:t>- Develop a clear and concise problem or need statement that encapsulates the key aspects of the issue.</a:t>
            </a:r>
          </a:p>
          <a:p>
            <a:r>
              <a:rPr lang="en-US" dirty="0"/>
              <a:t>- Ensure that the statement is well-defined, unambiguous, and easily understandable by all stakeholders.</a:t>
            </a:r>
          </a:p>
          <a:p>
            <a:r>
              <a:rPr lang="en-US" dirty="0"/>
              <a:t>- Seek validation and consensus from relevant stakeholders on the problem or need statement.</a:t>
            </a:r>
          </a:p>
          <a:p>
            <a:r>
              <a:rPr lang="en-US" dirty="0"/>
              <a:t>- Use the problem or need statement as a reference point throughout the CSW process.</a:t>
            </a:r>
          </a:p>
        </p:txBody>
      </p:sp>
      <p:sp>
        <p:nvSpPr>
          <p:cNvPr id="4" name="Slide Number Placeholder 3"/>
          <p:cNvSpPr>
            <a:spLocks noGrp="1"/>
          </p:cNvSpPr>
          <p:nvPr>
            <p:ph type="sldNum" sz="quarter" idx="5"/>
          </p:nvPr>
        </p:nvSpPr>
        <p:spPr/>
        <p:txBody>
          <a:bodyPr/>
          <a:lstStyle/>
          <a:p>
            <a:fld id="{E4BED522-B689-48A4-8318-918E9DDE08A0}" type="slidenum">
              <a:rPr lang="en-US" smtClean="0"/>
              <a:t>4</a:t>
            </a:fld>
            <a:endParaRPr lang="en-US"/>
          </a:p>
        </p:txBody>
      </p:sp>
    </p:spTree>
    <p:extLst>
      <p:ext uri="{BB962C8B-B14F-4D97-AF65-F5344CB8AC3E}">
        <p14:creationId xmlns:p14="http://schemas.microsoft.com/office/powerpoint/2010/main" val="2986818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3: Research Needed Information </a:t>
            </a:r>
          </a:p>
          <a:p>
            <a:endParaRPr lang="en-US" dirty="0"/>
          </a:p>
          <a:p>
            <a:r>
              <a:rPr lang="en-US" dirty="0"/>
              <a:t>In this step of the CSW process, the staff member conducts thorough research to gather the necessary information and data related to the defined problem or need. Comprehensive research is essential to ensure that the CSW effort is well-informed, evidence-based, and considers all relevant aspects. The findings from this step will inform the development of potential solutions in subsequent steps. Here are the key components and instructions for researching needed information:</a:t>
            </a:r>
          </a:p>
          <a:p>
            <a:endParaRPr lang="en-US" dirty="0"/>
          </a:p>
          <a:p>
            <a:r>
              <a:rPr lang="en-US" dirty="0"/>
              <a:t>3.1 Develop a Research Plan:</a:t>
            </a:r>
          </a:p>
          <a:p>
            <a:r>
              <a:rPr lang="en-US" dirty="0"/>
              <a:t>- Identify the specific information and data requirements based on the problem or need statement and objectives.</a:t>
            </a:r>
          </a:p>
          <a:p>
            <a:r>
              <a:rPr lang="en-US" dirty="0"/>
              <a:t>- Determine the scope and depth of research needed to address the problem or need adequately.</a:t>
            </a:r>
          </a:p>
          <a:p>
            <a:r>
              <a:rPr lang="en-US" dirty="0"/>
              <a:t>- Outline the research questions, hypotheses, or areas of inquiry that need to be explored.</a:t>
            </a:r>
          </a:p>
          <a:p>
            <a:r>
              <a:rPr lang="en-US" dirty="0"/>
              <a:t>- Develop a structured research plan that includes timelines, resources, and responsibilities.</a:t>
            </a:r>
          </a:p>
          <a:p>
            <a:endParaRPr lang="en-US" dirty="0"/>
          </a:p>
          <a:p>
            <a:r>
              <a:rPr lang="en-US" dirty="0"/>
              <a:t>3.2 Identify Relevant Information Sources:</a:t>
            </a:r>
          </a:p>
          <a:p>
            <a:r>
              <a:rPr lang="en-US" dirty="0"/>
              <a:t>- Identify a wide range of relevant information sources, including:</a:t>
            </a:r>
          </a:p>
          <a:p>
            <a:r>
              <a:rPr lang="en-US" dirty="0"/>
              <a:t>  - Government databases, reports, and publications</a:t>
            </a:r>
          </a:p>
          <a:p>
            <a:r>
              <a:rPr lang="en-US" dirty="0"/>
              <a:t>  - Academic journals, research papers, and studies</a:t>
            </a:r>
          </a:p>
          <a:p>
            <a:r>
              <a:rPr lang="en-US" dirty="0"/>
              <a:t>  - Industry reports, case studies, and best practices</a:t>
            </a:r>
          </a:p>
          <a:p>
            <a:r>
              <a:rPr lang="en-US" dirty="0"/>
              <a:t>  - Expert opinions, interviews, and consultations</a:t>
            </a:r>
          </a:p>
          <a:p>
            <a:r>
              <a:rPr lang="en-US" dirty="0"/>
              <a:t>  - Stakeholder inputs and feedback</a:t>
            </a:r>
          </a:p>
          <a:p>
            <a:r>
              <a:rPr lang="en-US" dirty="0"/>
              <a:t>- Assess the credibility, reliability, and relevance of each information source.</a:t>
            </a:r>
          </a:p>
          <a:p>
            <a:endParaRPr lang="en-US" dirty="0"/>
          </a:p>
          <a:p>
            <a:r>
              <a:rPr lang="en-US" dirty="0"/>
              <a:t>3.3 Conduct Literature Review:</a:t>
            </a:r>
          </a:p>
          <a:p>
            <a:r>
              <a:rPr lang="en-US" dirty="0"/>
              <a:t>- Systematically review existing literature, documents, and publications related to the problem or need.</a:t>
            </a:r>
          </a:p>
          <a:p>
            <a:r>
              <a:rPr lang="en-US" dirty="0"/>
              <a:t>- Analyze and synthesize the key findings, theories, and frameworks from the literature.</a:t>
            </a:r>
          </a:p>
          <a:p>
            <a:r>
              <a:rPr lang="en-US" dirty="0"/>
              <a:t>- Identify gaps, inconsistencies, or conflicting information in the existing knowledge base.</a:t>
            </a:r>
          </a:p>
          <a:p>
            <a:r>
              <a:rPr lang="en-US" dirty="0"/>
              <a:t>- Document the literature review findings and insights to inform the CSW process.</a:t>
            </a:r>
          </a:p>
          <a:p>
            <a:endParaRPr lang="en-US" dirty="0"/>
          </a:p>
          <a:p>
            <a:r>
              <a:rPr lang="en-US" dirty="0"/>
              <a:t>3.4 Gather Primary Data:</a:t>
            </a:r>
          </a:p>
          <a:p>
            <a:r>
              <a:rPr lang="en-US" dirty="0"/>
              <a:t>- Determine if primary data collection is necessary to fill information gaps or validate existing findings.</a:t>
            </a:r>
          </a:p>
          <a:p>
            <a:r>
              <a:rPr lang="en-US" dirty="0"/>
              <a:t>- Select appropriate data collection methods, such as surveys, interviews, focus groups, or observations.</a:t>
            </a:r>
          </a:p>
          <a:p>
            <a:r>
              <a:rPr lang="en-US" dirty="0"/>
              <a:t>- Design data collection instruments, protocols, and sampling strategies.</a:t>
            </a:r>
          </a:p>
          <a:p>
            <a:r>
              <a:rPr lang="en-US" dirty="0"/>
              <a:t>- Conduct primary data collection, ensuring adherence to ethical guidelines and data privacy regulations.</a:t>
            </a:r>
          </a:p>
          <a:p>
            <a:endParaRPr lang="en-US" dirty="0"/>
          </a:p>
          <a:p>
            <a:r>
              <a:rPr lang="en-US" dirty="0"/>
              <a:t>3.5 Analyze and Synthesize Information:</a:t>
            </a:r>
          </a:p>
          <a:p>
            <a:r>
              <a:rPr lang="en-US" dirty="0"/>
              <a:t>- Organize and categorize the gathered information and data.</a:t>
            </a:r>
          </a:p>
          <a:p>
            <a:r>
              <a:rPr lang="en-US" dirty="0"/>
              <a:t>- Employ appropriate data analysis techniques, such as statistical analysis, content analysis, or thematic analysis, depending on the nature of the data.</a:t>
            </a:r>
          </a:p>
          <a:p>
            <a:r>
              <a:rPr lang="en-US" dirty="0"/>
              <a:t>- Identify patterns, trends, and relationships within the data.</a:t>
            </a:r>
          </a:p>
          <a:p>
            <a:r>
              <a:rPr lang="en-US" dirty="0"/>
              <a:t>- Synthesize the findings and draw meaningful insights and conclusions.</a:t>
            </a:r>
          </a:p>
          <a:p>
            <a:endParaRPr lang="en-US" dirty="0"/>
          </a:p>
          <a:p>
            <a:r>
              <a:rPr lang="en-US" dirty="0"/>
              <a:t>3.6 Identify Best Practices and Potential Solutions:</a:t>
            </a:r>
          </a:p>
          <a:p>
            <a:r>
              <a:rPr lang="en-US" dirty="0"/>
              <a:t>- Examine the research findings to identify best practices, case studies, or examples of successful approaches to similar problems or needs.</a:t>
            </a:r>
          </a:p>
          <a:p>
            <a:r>
              <a:rPr lang="en-US" dirty="0"/>
              <a:t>- Analyze the applicability and feasibility of adapting these best practices to the current context.</a:t>
            </a:r>
          </a:p>
          <a:p>
            <a:r>
              <a:rPr lang="en-US" dirty="0"/>
              <a:t>- Brainstorm potential solutions or approaches based on the research findings and insights.</a:t>
            </a:r>
          </a:p>
          <a:p>
            <a:r>
              <a:rPr lang="en-US" dirty="0"/>
              <a:t>- Document the identified best practices and potential solutions for further exploration in subsequent steps.</a:t>
            </a:r>
          </a:p>
          <a:p>
            <a:endParaRPr lang="en-US" dirty="0"/>
          </a:p>
          <a:p>
            <a:r>
              <a:rPr lang="en-US" dirty="0"/>
              <a:t>3.7 Document Research Findings:</a:t>
            </a:r>
          </a:p>
          <a:p>
            <a:r>
              <a:rPr lang="en-US" dirty="0"/>
              <a:t>- Prepare a comprehensive research report that presents the key findings, insights, and conclusions.</a:t>
            </a:r>
          </a:p>
          <a:p>
            <a:r>
              <a:rPr lang="en-US" dirty="0"/>
              <a:t>- Include a section on the identified best practices and potential solutions.</a:t>
            </a:r>
          </a:p>
          <a:p>
            <a:r>
              <a:rPr lang="en-US" dirty="0"/>
              <a:t>- Ensure that the research report is well-structured, clear, and logically coherent.</a:t>
            </a:r>
          </a:p>
          <a:p>
            <a:r>
              <a:rPr lang="en-US" dirty="0"/>
              <a:t>- Use visual aids, such as graphs, charts, or tables, to present data effectively.</a:t>
            </a:r>
          </a:p>
          <a:p>
            <a:r>
              <a:rPr lang="en-US" dirty="0"/>
              <a:t>- Provide references and citations for all sources used in the research.</a:t>
            </a:r>
          </a:p>
          <a:p>
            <a:endParaRPr lang="en-US" dirty="0"/>
          </a:p>
          <a:p>
            <a:r>
              <a:rPr lang="en-US" dirty="0"/>
              <a:t>3.8 Validate and Refine Findings:</a:t>
            </a:r>
          </a:p>
          <a:p>
            <a:r>
              <a:rPr lang="en-US" dirty="0"/>
              <a:t>- Share the research findings, including the identified best practices and potential solutions, with relevant stakeholders and subject matter experts for validation and feedback.</a:t>
            </a:r>
          </a:p>
          <a:p>
            <a:r>
              <a:rPr lang="en-US" dirty="0"/>
              <a:t>- Incorporate stakeholder inputs and refine the research findings and potential solutions as necessary.</a:t>
            </a:r>
          </a:p>
          <a:p>
            <a:r>
              <a:rPr lang="en-US" dirty="0"/>
              <a:t>- Identify any limitations, assumptions, or uncertainties associated with the research.</a:t>
            </a:r>
          </a:p>
          <a:p>
            <a:r>
              <a:rPr lang="en-US" dirty="0"/>
              <a:t>- Document the validation process and any revisions made to the research findings and potential solutions.</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5</a:t>
            </a:fld>
            <a:endParaRPr lang="en-US"/>
          </a:p>
        </p:txBody>
      </p:sp>
    </p:spTree>
    <p:extLst>
      <p:ext uri="{BB962C8B-B14F-4D97-AF65-F5344CB8AC3E}">
        <p14:creationId xmlns:p14="http://schemas.microsoft.com/office/powerpoint/2010/main" val="283018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4: Explore Options</a:t>
            </a:r>
          </a:p>
          <a:p>
            <a:endParaRPr lang="en-US" dirty="0"/>
          </a:p>
          <a:p>
            <a:r>
              <a:rPr lang="en-US" dirty="0"/>
              <a:t>In this step of the CSW process, the staff member explores and evaluates various options or solutions to address the defined problem or need. The options should be based on the research findings and insights gained from Step 3. Here are the key components and instructions for exploring options:</a:t>
            </a:r>
          </a:p>
          <a:p>
            <a:endParaRPr lang="en-US" dirty="0"/>
          </a:p>
          <a:p>
            <a:r>
              <a:rPr lang="en-US" dirty="0"/>
              <a:t>4.1 Review Research Findings:</a:t>
            </a:r>
          </a:p>
          <a:p>
            <a:r>
              <a:rPr lang="en-US" dirty="0"/>
              <a:t>- Revisit the research findings, insights, and conclusions from Step 3.</a:t>
            </a:r>
          </a:p>
          <a:p>
            <a:r>
              <a:rPr lang="en-US" dirty="0"/>
              <a:t>- Analyze the applicability and relevance of these findings to the current problem or need.</a:t>
            </a:r>
          </a:p>
          <a:p>
            <a:r>
              <a:rPr lang="en-US" dirty="0"/>
              <a:t>- Identify key insights that can inform the generation of options.</a:t>
            </a:r>
          </a:p>
          <a:p>
            <a:endParaRPr lang="en-US" dirty="0"/>
          </a:p>
          <a:p>
            <a:r>
              <a:rPr lang="en-US" dirty="0"/>
              <a:t>4.2 Generate Options:</a:t>
            </a:r>
          </a:p>
          <a:p>
            <a:r>
              <a:rPr lang="en-US" dirty="0"/>
              <a:t>- Conduct brainstorming sessions or ideation workshops to generate options or solutions.</a:t>
            </a:r>
          </a:p>
          <a:p>
            <a:r>
              <a:rPr lang="en-US" dirty="0"/>
              <a:t>- Encourage creative thinking and explore a wide range of possibilities.</a:t>
            </a:r>
          </a:p>
          <a:p>
            <a:r>
              <a:rPr lang="en-US" dirty="0"/>
              <a:t>- Engage relevant stakeholders and subject matter experts in the ideation process, as appropriate.</a:t>
            </a:r>
          </a:p>
          <a:p>
            <a:r>
              <a:rPr lang="en-US" dirty="0"/>
              <a:t>- Document all generated options, including their key features, benefits, and potential challenges.</a:t>
            </a:r>
          </a:p>
          <a:p>
            <a:endParaRPr lang="en-US" dirty="0"/>
          </a:p>
          <a:p>
            <a:r>
              <a:rPr lang="en-US" dirty="0"/>
              <a:t>4.3 Evaluate and Refine Options:</a:t>
            </a:r>
          </a:p>
          <a:p>
            <a:r>
              <a:rPr lang="en-US" dirty="0"/>
              <a:t>- Develop evaluation criteria based on the problem or need statement, objectives, and stakeholder requirements.</a:t>
            </a:r>
          </a:p>
          <a:p>
            <a:r>
              <a:rPr lang="en-US" dirty="0"/>
              <a:t>- Assess each option against the established criteria, considering factors such as:</a:t>
            </a:r>
          </a:p>
          <a:p>
            <a:r>
              <a:rPr lang="en-US" dirty="0"/>
              <a:t>  - Feasibility: Is the option practical and implementable within the given constraints?</a:t>
            </a:r>
          </a:p>
          <a:p>
            <a:r>
              <a:rPr lang="en-US" dirty="0"/>
              <a:t>  - Effectiveness: To what extent does the option address the problem or need?</a:t>
            </a:r>
          </a:p>
          <a:p>
            <a:r>
              <a:rPr lang="en-US" dirty="0"/>
              <a:t>  - Efficiency: Does the option make optimal use of resources (time, budget, personnel)?</a:t>
            </a:r>
          </a:p>
          <a:p>
            <a:r>
              <a:rPr lang="en-US" dirty="0"/>
              <a:t>  - Sustainability: Is the option viable in the long term and adaptable to future changes?</a:t>
            </a:r>
          </a:p>
          <a:p>
            <a:r>
              <a:rPr lang="en-US" dirty="0"/>
              <a:t>  - Alignment: Does the option align with the organization's goals, values, and priorities?</a:t>
            </a:r>
          </a:p>
          <a:p>
            <a:r>
              <a:rPr lang="en-US" dirty="0"/>
              <a:t>- Refine the options based on the evaluation, combining or modifying them as necessary.</a:t>
            </a:r>
          </a:p>
          <a:p>
            <a:endParaRPr lang="en-US" dirty="0"/>
          </a:p>
          <a:p>
            <a:r>
              <a:rPr lang="en-US" dirty="0"/>
              <a:t>4.4 Conduct Impact Analysis:</a:t>
            </a:r>
          </a:p>
          <a:p>
            <a:r>
              <a:rPr lang="en-US" dirty="0"/>
              <a:t>- Assess the potential impact of each refined option on various stakeholders, the organization, and the broader context.</a:t>
            </a:r>
          </a:p>
          <a:p>
            <a:r>
              <a:rPr lang="en-US" dirty="0"/>
              <a:t>- Identify the benefits, risks, and unintended consequences associated with each option.</a:t>
            </a:r>
          </a:p>
          <a:p>
            <a:r>
              <a:rPr lang="en-US" dirty="0"/>
              <a:t>- Analyze the short-term and long-term implications of implementing each option.</a:t>
            </a:r>
          </a:p>
          <a:p>
            <a:r>
              <a:rPr lang="en-US" dirty="0"/>
              <a:t>- Document the impact analysis findings for each option.</a:t>
            </a:r>
          </a:p>
          <a:p>
            <a:endParaRPr lang="en-US" dirty="0"/>
          </a:p>
          <a:p>
            <a:r>
              <a:rPr lang="en-US" dirty="0"/>
              <a:t>4.5 Perform Cost-Benefit Analysis:</a:t>
            </a:r>
          </a:p>
          <a:p>
            <a:r>
              <a:rPr lang="en-US" dirty="0"/>
              <a:t>- Estimate the costs associated with implementing each option, including direct and indirect costs.</a:t>
            </a:r>
          </a:p>
          <a:p>
            <a:r>
              <a:rPr lang="en-US" dirty="0"/>
              <a:t>- Identify the quantifiable and non-quantifiable benefits of each option.</a:t>
            </a:r>
          </a:p>
          <a:p>
            <a:r>
              <a:rPr lang="en-US" dirty="0"/>
              <a:t>- Conduct a cost-benefit analysis to assess the value and return on investment of each option.</a:t>
            </a:r>
          </a:p>
          <a:p>
            <a:r>
              <a:rPr lang="en-US" dirty="0"/>
              <a:t>- Consider the time horizon and discount future costs and benefits as appropriate.</a:t>
            </a:r>
          </a:p>
          <a:p>
            <a:endParaRPr lang="en-US" dirty="0"/>
          </a:p>
          <a:p>
            <a:r>
              <a:rPr lang="en-US" dirty="0"/>
              <a:t>4.6 Prioritize Options:</a:t>
            </a:r>
          </a:p>
          <a:p>
            <a:r>
              <a:rPr lang="en-US" dirty="0"/>
              <a:t>- Based on the evaluation, impact analysis, and cost-benefit analysis, prioritize the options.</a:t>
            </a:r>
          </a:p>
          <a:p>
            <a:r>
              <a:rPr lang="en-US" dirty="0"/>
              <a:t>- Rank the options based on their overall desirability, feasibility, and potential impact.</a:t>
            </a:r>
          </a:p>
          <a:p>
            <a:r>
              <a:rPr lang="en-US" dirty="0"/>
              <a:t>- Consider stakeholder preferences and priorities in the prioritization process.</a:t>
            </a:r>
          </a:p>
          <a:p>
            <a:r>
              <a:rPr lang="en-US" dirty="0"/>
              <a:t>- Document the prioritized list of options along with the rationale for their ranking.</a:t>
            </a:r>
          </a:p>
          <a:p>
            <a:endParaRPr lang="en-US" dirty="0"/>
          </a:p>
          <a:p>
            <a:r>
              <a:rPr lang="en-US" dirty="0"/>
              <a:t>4.7 Validate and Refine Options:</a:t>
            </a:r>
          </a:p>
          <a:p>
            <a:r>
              <a:rPr lang="en-US" dirty="0"/>
              <a:t>- Present the prioritized options to relevant stakeholders for validation and feedback.</a:t>
            </a:r>
          </a:p>
          <a:p>
            <a:r>
              <a:rPr lang="en-US" dirty="0"/>
              <a:t>- Engage in discussions to gather insights, concerns, and suggestions for improvement.</a:t>
            </a:r>
          </a:p>
          <a:p>
            <a:r>
              <a:rPr lang="en-US" dirty="0"/>
              <a:t>- Refine the options based on stakeholder input, addressing any identified gaps or challenges.</a:t>
            </a:r>
          </a:p>
          <a:p>
            <a:r>
              <a:rPr lang="en-US" dirty="0"/>
              <a:t>- Document the validation process and any revisions made to the options.</a:t>
            </a:r>
          </a:p>
          <a:p>
            <a:endParaRPr lang="en-US" dirty="0"/>
          </a:p>
          <a:p>
            <a:r>
              <a:rPr lang="en-US" dirty="0"/>
              <a:t>4.8 Prepare for Recommendation:</a:t>
            </a:r>
          </a:p>
          <a:p>
            <a:r>
              <a:rPr lang="en-US" dirty="0"/>
              <a:t>- Based on the prioritized and validated options, select the most promising option(s) for recommendation.</a:t>
            </a:r>
          </a:p>
          <a:p>
            <a:r>
              <a:rPr lang="en-US" dirty="0"/>
              <a:t>- Develop a clear and concise rationale for the selected option(s).</a:t>
            </a:r>
          </a:p>
          <a:p>
            <a:r>
              <a:rPr lang="en-US" dirty="0"/>
              <a:t>- Gather supporting evidence and arguments to justify the recommendation.</a:t>
            </a:r>
          </a:p>
          <a:p>
            <a:r>
              <a:rPr lang="en-US" dirty="0"/>
              <a:t>- Prepare to present the recommendation to the decision-maker(s) in the next step of the CSW process.</a:t>
            </a:r>
          </a:p>
        </p:txBody>
      </p:sp>
      <p:sp>
        <p:nvSpPr>
          <p:cNvPr id="4" name="Slide Number Placeholder 3"/>
          <p:cNvSpPr>
            <a:spLocks noGrp="1"/>
          </p:cNvSpPr>
          <p:nvPr>
            <p:ph type="sldNum" sz="quarter" idx="5"/>
          </p:nvPr>
        </p:nvSpPr>
        <p:spPr/>
        <p:txBody>
          <a:bodyPr/>
          <a:lstStyle/>
          <a:p>
            <a:fld id="{E4BED522-B689-48A4-8318-918E9DDE08A0}" type="slidenum">
              <a:rPr lang="en-US" smtClean="0"/>
              <a:t>6</a:t>
            </a:fld>
            <a:endParaRPr lang="en-US"/>
          </a:p>
        </p:txBody>
      </p:sp>
    </p:spTree>
    <p:extLst>
      <p:ext uri="{BB962C8B-B14F-4D97-AF65-F5344CB8AC3E}">
        <p14:creationId xmlns:p14="http://schemas.microsoft.com/office/powerpoint/2010/main" val="2254660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5: Submit Proposal or Report</a:t>
            </a:r>
          </a:p>
          <a:p>
            <a:endParaRPr lang="en-US" dirty="0"/>
          </a:p>
          <a:p>
            <a:r>
              <a:rPr lang="en-US" dirty="0"/>
              <a:t>In this step of the CSW process, the staff member prepares and submits a comprehensive proposal or report to the decision-maker(s), after obtaining the necessary review and clearance/endorsement from their supervisor. The proposal or report should present the recommended option(s) based on the thorough analysis and evaluation conducted in the previous steps. Here are the key components and instructions for submitting the proposal or report:</a:t>
            </a:r>
          </a:p>
          <a:p>
            <a:endParaRPr lang="en-US" dirty="0"/>
          </a:p>
          <a:p>
            <a:r>
              <a:rPr lang="en-US" dirty="0"/>
              <a:t>5.1 Develop the Proposal or Report Structure:</a:t>
            </a:r>
          </a:p>
          <a:p>
            <a:r>
              <a:rPr lang="en-US" dirty="0"/>
              <a:t>- Determine the appropriate format and structure for the proposal or report based on organizational guidelines and the decision-maker's preferences.</a:t>
            </a:r>
          </a:p>
          <a:p>
            <a:r>
              <a:rPr lang="en-US" dirty="0"/>
              <a:t>- Typically, the structure should include an executive summary, introduction, problem statement, research findings, options explored, recommended solution(s), implementation plan, and conclusion.</a:t>
            </a:r>
          </a:p>
          <a:p>
            <a:r>
              <a:rPr lang="en-US" dirty="0"/>
              <a:t>- Ensure that the structure is logical, coherent, and easy to navigate.</a:t>
            </a:r>
          </a:p>
          <a:p>
            <a:endParaRPr lang="en-US" dirty="0"/>
          </a:p>
          <a:p>
            <a:r>
              <a:rPr lang="en-US" dirty="0"/>
              <a:t>5.2 Write the Executive Summary:</a:t>
            </a:r>
          </a:p>
          <a:p>
            <a:r>
              <a:rPr lang="en-US" dirty="0"/>
              <a:t>- Craft a concise executive summary that captures the key points of the proposal or report.</a:t>
            </a:r>
          </a:p>
          <a:p>
            <a:r>
              <a:rPr lang="en-US" dirty="0"/>
              <a:t>- Highlight the problem or need addressed, the recommended solution(s), and the expected benefits.</a:t>
            </a:r>
          </a:p>
          <a:p>
            <a:r>
              <a:rPr lang="en-US" dirty="0"/>
              <a:t>- Limit the executive summary to one or two paragraphs, as it should be a high-level overview.</a:t>
            </a:r>
          </a:p>
          <a:p>
            <a:endParaRPr lang="en-US" dirty="0"/>
          </a:p>
          <a:p>
            <a:r>
              <a:rPr lang="en-US" dirty="0"/>
              <a:t>5.3 Provide Background and Context:</a:t>
            </a:r>
          </a:p>
          <a:p>
            <a:r>
              <a:rPr lang="en-US" dirty="0"/>
              <a:t>- In the introduction section, provide relevant background information and context for the problem or need.</a:t>
            </a:r>
          </a:p>
          <a:p>
            <a:r>
              <a:rPr lang="en-US" dirty="0"/>
              <a:t>- Explain the significance of addressing the issue and how it aligns with the organization's goals and objectives.</a:t>
            </a:r>
          </a:p>
          <a:p>
            <a:r>
              <a:rPr lang="en-US" dirty="0"/>
              <a:t>- Briefly summarize the CSW process undertaken to arrive at the recommended solution(s).</a:t>
            </a:r>
          </a:p>
          <a:p>
            <a:endParaRPr lang="en-US" dirty="0"/>
          </a:p>
          <a:p>
            <a:r>
              <a:rPr lang="en-US" dirty="0"/>
              <a:t>5.4 Present the Problem Statement and Research Findings:</a:t>
            </a:r>
          </a:p>
          <a:p>
            <a:r>
              <a:rPr lang="en-US" dirty="0"/>
              <a:t>- Clearly state the problem or need that the proposal or report addresses.</a:t>
            </a:r>
          </a:p>
          <a:p>
            <a:r>
              <a:rPr lang="en-US" dirty="0"/>
              <a:t>- Summarize the key findings from the research conducted in Step 3, including relevant data, insights, and best practices.</a:t>
            </a:r>
          </a:p>
          <a:p>
            <a:r>
              <a:rPr lang="en-US" dirty="0"/>
              <a:t>- Use visual aids such as graphs, charts, or tables to present information effectively.</a:t>
            </a:r>
          </a:p>
          <a:p>
            <a:endParaRPr lang="en-US" dirty="0"/>
          </a:p>
          <a:p>
            <a:r>
              <a:rPr lang="en-US" dirty="0"/>
              <a:t>5.5 Discuss the Options Explored:</a:t>
            </a:r>
          </a:p>
          <a:p>
            <a:r>
              <a:rPr lang="en-US" dirty="0"/>
              <a:t>- Describe the options or solutions explored in Step 4, including their key features, benefits, and challenges.</a:t>
            </a:r>
          </a:p>
          <a:p>
            <a:r>
              <a:rPr lang="en-US" dirty="0"/>
              <a:t>- Present the evaluation criteria used to assess the options and the results of the impact and cost-benefit analyses.</a:t>
            </a:r>
          </a:p>
          <a:p>
            <a:r>
              <a:rPr lang="en-US" dirty="0"/>
              <a:t>- Explain the rationale behind the prioritization and selection of the recommended option(s).</a:t>
            </a:r>
          </a:p>
          <a:p>
            <a:endParaRPr lang="en-US" dirty="0"/>
          </a:p>
          <a:p>
            <a:r>
              <a:rPr lang="en-US" dirty="0"/>
              <a:t>5.6 Present the Recommended Solution(s):</a:t>
            </a:r>
          </a:p>
          <a:p>
            <a:r>
              <a:rPr lang="en-US" dirty="0"/>
              <a:t>- Clearly state the recommended solution(s) and provide a detailed description of its components.</a:t>
            </a:r>
          </a:p>
          <a:p>
            <a:r>
              <a:rPr lang="en-US" dirty="0"/>
              <a:t>- Explain how the recommended solution(s) addresses the problem or need and aligns with the organization's goals and objectives.</a:t>
            </a:r>
          </a:p>
          <a:p>
            <a:r>
              <a:rPr lang="en-US" dirty="0"/>
              <a:t>- Provide supporting evidence and arguments to justify the recommendation, including the expected benefits and outcomes.</a:t>
            </a:r>
          </a:p>
          <a:p>
            <a:endParaRPr lang="en-US" dirty="0"/>
          </a:p>
          <a:p>
            <a:r>
              <a:rPr lang="en-US" dirty="0"/>
              <a:t>5.7 Develop an Implementation Plan:</a:t>
            </a:r>
          </a:p>
          <a:p>
            <a:r>
              <a:rPr lang="en-US" dirty="0"/>
              <a:t>- Outline a detailed implementation plan for the recommended solution(s).</a:t>
            </a:r>
          </a:p>
          <a:p>
            <a:r>
              <a:rPr lang="en-US" dirty="0"/>
              <a:t>- Include specific actions, timelines, resources required, roles and responsibilities, and key milestones.</a:t>
            </a:r>
          </a:p>
          <a:p>
            <a:r>
              <a:rPr lang="en-US" dirty="0"/>
              <a:t>- Address potential risks and challenges and propose mitigation strategies.</a:t>
            </a:r>
          </a:p>
          <a:p>
            <a:r>
              <a:rPr lang="en-US" dirty="0"/>
              <a:t>- Discuss the monitoring and evaluation mechanisms to track progress and measure success.</a:t>
            </a:r>
          </a:p>
          <a:p>
            <a:endParaRPr lang="en-US" dirty="0"/>
          </a:p>
          <a:p>
            <a:r>
              <a:rPr lang="en-US" dirty="0"/>
              <a:t>5.8 Conclude with a Call to Action:</a:t>
            </a:r>
          </a:p>
          <a:p>
            <a:r>
              <a:rPr lang="en-US" dirty="0"/>
              <a:t>- Summarize the key points of the proposal or report and reiterate the importance of addressing the problem or need.</a:t>
            </a:r>
          </a:p>
          <a:p>
            <a:r>
              <a:rPr lang="en-US" dirty="0"/>
              <a:t>- Emphasize the benefits of implementing the recommended solution(s) and the potential consequences of inaction.</a:t>
            </a:r>
          </a:p>
          <a:p>
            <a:r>
              <a:rPr lang="en-US" dirty="0"/>
              <a:t>- End with a clear call to action, urging the decision-maker(s) to approve and support the implementation of the recommended solution(s).</a:t>
            </a:r>
          </a:p>
          <a:p>
            <a:endParaRPr lang="en-US" dirty="0"/>
          </a:p>
          <a:p>
            <a:r>
              <a:rPr lang="en-US" dirty="0"/>
              <a:t>5.9 Review and Refine the Proposal or Report:</a:t>
            </a:r>
          </a:p>
          <a:p>
            <a:r>
              <a:rPr lang="en-US" dirty="0"/>
              <a:t>- Carefully review and proofread the proposal or report to ensure clarity, coherence, and accuracy.</a:t>
            </a:r>
          </a:p>
          <a:p>
            <a:r>
              <a:rPr lang="en-US" dirty="0"/>
              <a:t>- Seek feedback from colleagues or mentors, if appropriate, and incorporate their suggestions for improvement.</a:t>
            </a:r>
          </a:p>
          <a:p>
            <a:r>
              <a:rPr lang="en-US" dirty="0"/>
              <a:t>- Refine the document based on the feedback received and ensure that it meets the required standards and expectations.</a:t>
            </a:r>
          </a:p>
          <a:p>
            <a:endParaRPr lang="en-US" dirty="0"/>
          </a:p>
          <a:p>
            <a:r>
              <a:rPr lang="en-US" dirty="0"/>
              <a:t>5.10 Obtain Supervisor Review and Clearance/Endorsement:</a:t>
            </a:r>
          </a:p>
          <a:p>
            <a:r>
              <a:rPr lang="en-US" dirty="0"/>
              <a:t>- Submit the proposal or report to the supervisor for review and clearance/endorsement.</a:t>
            </a:r>
          </a:p>
          <a:p>
            <a:r>
              <a:rPr lang="en-US" dirty="0"/>
              <a:t>- Engage in discussions with the supervisor to address any concerns, questions, or suggestions for improvement.</a:t>
            </a:r>
          </a:p>
          <a:p>
            <a:r>
              <a:rPr lang="en-US" dirty="0"/>
              <a:t>- Make necessary revisions based on the supervisor's feedback and obtain their formal clearance/endorsement.</a:t>
            </a:r>
          </a:p>
          <a:p>
            <a:endParaRPr lang="en-US" dirty="0"/>
          </a:p>
          <a:p>
            <a:r>
              <a:rPr lang="en-US" dirty="0"/>
              <a:t>5.11 Submit the Proposal or Report to Decision-Maker(s):</a:t>
            </a:r>
          </a:p>
          <a:p>
            <a:r>
              <a:rPr lang="en-US" dirty="0"/>
              <a:t>- After obtaining the supervisor's clearance/endorsement, formally submit the proposal or report to the decision-maker(s) through the appropriate channels.</a:t>
            </a:r>
          </a:p>
          <a:p>
            <a:r>
              <a:rPr lang="en-US" dirty="0"/>
              <a:t>- Be prepared to present the proposal or report in person if required and answer any questions or concerns raised by the decision-maker(s).</a:t>
            </a:r>
          </a:p>
          <a:p>
            <a:r>
              <a:rPr lang="en-US" dirty="0"/>
              <a:t>- Follow up after submission to ensure that the proposal or report has been received and to address any additional requirements or clarifications.</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7</a:t>
            </a:fld>
            <a:endParaRPr lang="en-US"/>
          </a:p>
        </p:txBody>
      </p:sp>
    </p:spTree>
    <p:extLst>
      <p:ext uri="{BB962C8B-B14F-4D97-AF65-F5344CB8AC3E}">
        <p14:creationId xmlns:p14="http://schemas.microsoft.com/office/powerpoint/2010/main" val="3748564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6: Sustain Efforts to Implement the Solution</a:t>
            </a:r>
          </a:p>
          <a:p>
            <a:endParaRPr lang="en-US" dirty="0"/>
          </a:p>
          <a:p>
            <a:r>
              <a:rPr lang="en-US" dirty="0"/>
              <a:t>6.1 Keep Seeking Approval:</a:t>
            </a:r>
          </a:p>
          <a:p>
            <a:r>
              <a:rPr lang="en-US" dirty="0"/>
              <a:t>- Once the solution is approved, continue to seek and maintain the support of decision-makers and stakeholders.</a:t>
            </a:r>
          </a:p>
          <a:p>
            <a:r>
              <a:rPr lang="en-US" dirty="0"/>
              <a:t>- Regularly update them on the progress of the implementation and address any concerns or questions that arise.</a:t>
            </a:r>
          </a:p>
          <a:p>
            <a:endParaRPr lang="en-US" dirty="0"/>
          </a:p>
          <a:p>
            <a:r>
              <a:rPr lang="en-US" dirty="0"/>
              <a:t>6.2 Mobilize Resources:</a:t>
            </a:r>
          </a:p>
          <a:p>
            <a:r>
              <a:rPr lang="en-US" dirty="0"/>
              <a:t>- Mobilize the necessary resources, including personnel, budget, and infrastructure, to effectively implement the approved solution.</a:t>
            </a:r>
          </a:p>
          <a:p>
            <a:r>
              <a:rPr lang="en-US" dirty="0"/>
              <a:t>- Coordinate with relevant departments and teams to allocate and manage resources efficiently.</a:t>
            </a:r>
          </a:p>
          <a:p>
            <a:endParaRPr lang="en-US" dirty="0"/>
          </a:p>
          <a:p>
            <a:r>
              <a:rPr lang="en-US" dirty="0"/>
              <a:t>6.3 Develop Action Plans:</a:t>
            </a:r>
          </a:p>
          <a:p>
            <a:r>
              <a:rPr lang="en-US" dirty="0"/>
              <a:t>- Develop detailed action plans that outline the steps, responsibilities, and timelines for implementing the solution.</a:t>
            </a:r>
          </a:p>
          <a:p>
            <a:r>
              <a:rPr lang="en-US" dirty="0"/>
              <a:t>- Clearly communicate the action plans to all involved parties and ensure everyone understands their roles and expectations.</a:t>
            </a:r>
          </a:p>
          <a:p>
            <a:endParaRPr lang="en-US" dirty="0"/>
          </a:p>
          <a:p>
            <a:r>
              <a:rPr lang="en-US" dirty="0"/>
              <a:t>6.4 Provide Training and Capacity Building:</a:t>
            </a:r>
          </a:p>
          <a:p>
            <a:r>
              <a:rPr lang="en-US" dirty="0"/>
              <a:t>- Provide training and capacity building to ensure that all stakeholders involved in the implementation have the necessary skills and knowledge.</a:t>
            </a:r>
          </a:p>
          <a:p>
            <a:r>
              <a:rPr lang="en-US" dirty="0"/>
              <a:t>- Offer ongoing support and guidance to facilitate effective implementation and address any challenges that may arise.</a:t>
            </a:r>
          </a:p>
          <a:p>
            <a:endParaRPr lang="en-US" dirty="0"/>
          </a:p>
          <a:p>
            <a:r>
              <a:rPr lang="en-US" dirty="0"/>
              <a:t>6.5 Monitor Progress:</a:t>
            </a:r>
          </a:p>
          <a:p>
            <a:r>
              <a:rPr lang="en-US" dirty="0"/>
              <a:t>- Regularly monitor the progress of the implementation, tracking key performance indicators and milestones.</a:t>
            </a:r>
          </a:p>
          <a:p>
            <a:r>
              <a:rPr lang="en-US" dirty="0"/>
              <a:t>- Identify and address any challenges or obstacles that may hinder the successful implementation of the solution.</a:t>
            </a:r>
          </a:p>
          <a:p>
            <a:endParaRPr lang="en-US" dirty="0"/>
          </a:p>
          <a:p>
            <a:r>
              <a:rPr lang="en-US" dirty="0"/>
              <a:t>6.6 Engage Stakeholders:</a:t>
            </a:r>
          </a:p>
          <a:p>
            <a:r>
              <a:rPr lang="en-US" dirty="0"/>
              <a:t>- Engage stakeholders throughout the implementation process and maintain their support.</a:t>
            </a:r>
          </a:p>
          <a:p>
            <a:r>
              <a:rPr lang="en-US" dirty="0"/>
              <a:t>- Provide regular updates, seek feedback, and address any concerns or questions they may have.</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8</a:t>
            </a:fld>
            <a:endParaRPr lang="en-US"/>
          </a:p>
        </p:txBody>
      </p:sp>
    </p:spTree>
    <p:extLst>
      <p:ext uri="{BB962C8B-B14F-4D97-AF65-F5344CB8AC3E}">
        <p14:creationId xmlns:p14="http://schemas.microsoft.com/office/powerpoint/2010/main" val="1646947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7: Iterate and Improve the Solution</a:t>
            </a:r>
          </a:p>
          <a:p>
            <a:endParaRPr lang="en-US" dirty="0"/>
          </a:p>
          <a:p>
            <a:r>
              <a:rPr lang="en-US" dirty="0"/>
              <a:t>7.1 Monitor and Evaluate:</a:t>
            </a:r>
          </a:p>
          <a:p>
            <a:r>
              <a:rPr lang="en-US" dirty="0"/>
              <a:t>- Continuously monitor and evaluate the implemented solution to assess its effectiveness, efficiency, and impact.</a:t>
            </a:r>
          </a:p>
          <a:p>
            <a:r>
              <a:rPr lang="en-US" dirty="0"/>
              <a:t>- Establish clear metrics and key performance indicators to measure the success of the solution.</a:t>
            </a:r>
          </a:p>
          <a:p>
            <a:endParaRPr lang="en-US" dirty="0"/>
          </a:p>
          <a:p>
            <a:r>
              <a:rPr lang="en-US" dirty="0"/>
              <a:t>7.2 Collect Feedback:</a:t>
            </a:r>
          </a:p>
          <a:p>
            <a:r>
              <a:rPr lang="en-US" dirty="0"/>
              <a:t>- Collect feedback from stakeholders, including end-users, customers, and partners, to gather insights into the solution's performance and identify areas for improvement.</a:t>
            </a:r>
          </a:p>
          <a:p>
            <a:r>
              <a:rPr lang="en-US" dirty="0"/>
              <a:t>- Conduct surveys, interviews, or focus groups to obtain valuable feedback and suggestions.</a:t>
            </a:r>
          </a:p>
          <a:p>
            <a:endParaRPr lang="en-US" dirty="0"/>
          </a:p>
          <a:p>
            <a:r>
              <a:rPr lang="en-US" dirty="0"/>
              <a:t>7.3 Analyze Performance Data:</a:t>
            </a:r>
          </a:p>
          <a:p>
            <a:r>
              <a:rPr lang="en-US" dirty="0"/>
              <a:t>- Regularly analyze performance data and compare it against the established metrics and targets.</a:t>
            </a:r>
          </a:p>
          <a:p>
            <a:r>
              <a:rPr lang="en-US" dirty="0"/>
              <a:t>- Identify trends, patterns, and areas where the solution is excelling or falling short.</a:t>
            </a:r>
          </a:p>
          <a:p>
            <a:endParaRPr lang="en-US" dirty="0"/>
          </a:p>
          <a:p>
            <a:r>
              <a:rPr lang="en-US" dirty="0"/>
              <a:t>7.4 Identify Areas for Improvement:</a:t>
            </a:r>
          </a:p>
          <a:p>
            <a:r>
              <a:rPr lang="en-US" dirty="0"/>
              <a:t>- Based on the monitoring, evaluation, and feedback, identify specific areas where the solution can be improved.</a:t>
            </a:r>
          </a:p>
          <a:p>
            <a:r>
              <a:rPr lang="en-US" dirty="0"/>
              <a:t>- Prioritize the identified areas based on their potential impact and alignment with organizational goals.</a:t>
            </a:r>
          </a:p>
          <a:p>
            <a:endParaRPr lang="en-US" dirty="0"/>
          </a:p>
          <a:p>
            <a:r>
              <a:rPr lang="en-US" dirty="0"/>
              <a:t>7.5 Iterate and Refine:</a:t>
            </a:r>
          </a:p>
          <a:p>
            <a:r>
              <a:rPr lang="en-US" dirty="0"/>
              <a:t>- Develop and implement targeted improvements and refinements to the solution based on the identified areas.</a:t>
            </a:r>
          </a:p>
          <a:p>
            <a:r>
              <a:rPr lang="en-US" dirty="0"/>
              <a:t>- Continuously iterate and refine the solution to enhance its effectiveness, efficiency, and user experience.</a:t>
            </a:r>
          </a:p>
          <a:p>
            <a:endParaRPr lang="en-US" dirty="0"/>
          </a:p>
          <a:p>
            <a:r>
              <a:rPr lang="en-US" dirty="0"/>
              <a:t>7.6 Document Lessons Learned:</a:t>
            </a:r>
          </a:p>
          <a:p>
            <a:r>
              <a:rPr lang="en-US" dirty="0"/>
              <a:t>- Throughout the iteration process, document the lessons learned, best practices, and challenges encountered.</a:t>
            </a:r>
          </a:p>
          <a:p>
            <a:r>
              <a:rPr lang="en-US" dirty="0"/>
              <a:t>- Share these insights with relevant stakeholders and teams to promote knowledge sharing and continuous improvement.</a:t>
            </a:r>
          </a:p>
          <a:p>
            <a:endParaRPr lang="en-US" dirty="0"/>
          </a:p>
          <a:p>
            <a:r>
              <a:rPr lang="en-US" dirty="0"/>
              <a:t>7.7 Foster Continuous Improvement:</a:t>
            </a:r>
          </a:p>
          <a:p>
            <a:r>
              <a:rPr lang="en-US" dirty="0"/>
              <a:t>- Cultivate a culture of continuous improvement, encouraging ongoing learning, innovation, and adaptability.</a:t>
            </a:r>
          </a:p>
          <a:p>
            <a:r>
              <a:rPr lang="en-US" dirty="0"/>
              <a:t>- Engage stakeholders and team members in the improvement process and recognize their contributions.</a:t>
            </a:r>
          </a:p>
          <a:p>
            <a:endParaRPr lang="en-US" dirty="0"/>
          </a:p>
          <a:p>
            <a:r>
              <a:rPr lang="en-US" dirty="0"/>
              <a:t>7.8 Restart CSW Process if Necessary:</a:t>
            </a:r>
          </a:p>
          <a:p>
            <a:r>
              <a:rPr lang="en-US" dirty="0"/>
              <a:t>- If the monitoring and evaluation process reveals significant challenges or changes in circumstances that require a fundamental reassessment, be prepared to restart the CSW process from the context analysis stage.</a:t>
            </a:r>
          </a:p>
          <a:p>
            <a:r>
              <a:rPr lang="en-US" dirty="0"/>
              <a:t>- Adapt the solution and CSW approach as needed to address emerging problems or changing requirements.</a:t>
            </a:r>
          </a:p>
          <a:p>
            <a:endParaRPr lang="en-US" dirty="0"/>
          </a:p>
        </p:txBody>
      </p:sp>
      <p:sp>
        <p:nvSpPr>
          <p:cNvPr id="4" name="Slide Number Placeholder 3"/>
          <p:cNvSpPr>
            <a:spLocks noGrp="1"/>
          </p:cNvSpPr>
          <p:nvPr>
            <p:ph type="sldNum" sz="quarter" idx="5"/>
          </p:nvPr>
        </p:nvSpPr>
        <p:spPr/>
        <p:txBody>
          <a:bodyPr/>
          <a:lstStyle/>
          <a:p>
            <a:fld id="{E4BED522-B689-48A4-8318-918E9DDE08A0}" type="slidenum">
              <a:rPr lang="en-US" smtClean="0"/>
              <a:t>9</a:t>
            </a:fld>
            <a:endParaRPr lang="en-US"/>
          </a:p>
        </p:txBody>
      </p:sp>
    </p:spTree>
    <p:extLst>
      <p:ext uri="{BB962C8B-B14F-4D97-AF65-F5344CB8AC3E}">
        <p14:creationId xmlns:p14="http://schemas.microsoft.com/office/powerpoint/2010/main" val="3491763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DB7D-4AC4-730B-9642-FE6D5D866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83A758-0F16-F5F1-0DB3-DB402107F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9729AE-0C4F-0C65-4A0B-9B669D102051}"/>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6AE22FCE-6E25-6F13-0CF2-DA58CF0538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2813F-B1C1-CDDB-A0BC-48A305EE038A}"/>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226843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EABCB-B425-3AFA-8BF8-7AFCCE559B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A898FA-55C9-D80E-5B17-B1CB183D03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9DFD0-407B-A7FA-6783-895C7C81D581}"/>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BB4AF255-86E7-8996-6D2B-354296CA8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A81644-D662-F623-6DB8-3ED847D1EA68}"/>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41359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F2177-945F-8455-6B80-56B267F6B7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5A907C-415B-75C7-23EA-246114EF71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1E7879-D666-DE59-4C79-5737FAADA2B0}"/>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6CA7A480-D717-A43A-81FE-3E0AA9375C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A1C1D-7652-AF80-8622-FF95C6D945E1}"/>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7949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59CE-A3AD-9761-BC1D-D83047AFC3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3B4DCD-2222-326C-89AA-45D226FD49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FFC8EB-92CD-6D81-9A42-A7F1288C83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B7D73C-C507-8449-9E5B-F5D467418B74}"/>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6" name="Footer Placeholder 5">
            <a:extLst>
              <a:ext uri="{FF2B5EF4-FFF2-40B4-BE49-F238E27FC236}">
                <a16:creationId xmlns:a16="http://schemas.microsoft.com/office/drawing/2014/main" id="{B600726B-169D-A5F5-E55B-7D80B464F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A48FF9-1828-D4C8-0905-BC9F581DDF05}"/>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343263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99BC6-667D-9F26-FD18-D02E115404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0DB08-4F77-A2E6-61CF-6003243D28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31491A-7B78-8F29-E95F-0F170DCAF4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B23CB8-1D5C-E3A8-7269-9F151CDF9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547663-886F-25E9-7E16-DB1E82829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E7B774-9151-EB9B-1FF6-2C4C00153B77}"/>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8" name="Footer Placeholder 7">
            <a:extLst>
              <a:ext uri="{FF2B5EF4-FFF2-40B4-BE49-F238E27FC236}">
                <a16:creationId xmlns:a16="http://schemas.microsoft.com/office/drawing/2014/main" id="{FD5C85A8-CDE3-F1EA-CFF8-BB90B52B72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B82C2B-C58F-5578-A1E5-86DB86099B16}"/>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087876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F7247-6CC7-E76D-AA59-D7BAB646CD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398B82-A084-6705-56A3-ABC3185539FD}"/>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4" name="Footer Placeholder 3">
            <a:extLst>
              <a:ext uri="{FF2B5EF4-FFF2-40B4-BE49-F238E27FC236}">
                <a16:creationId xmlns:a16="http://schemas.microsoft.com/office/drawing/2014/main" id="{F90FA985-A310-14CE-5609-9487764441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C60556-C8CE-078E-BE6E-DB42F905BCB9}"/>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882265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EE6CF-2744-379A-F51C-DFF3BE213EBF}"/>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3" name="Footer Placeholder 2">
            <a:extLst>
              <a:ext uri="{FF2B5EF4-FFF2-40B4-BE49-F238E27FC236}">
                <a16:creationId xmlns:a16="http://schemas.microsoft.com/office/drawing/2014/main" id="{57265AD3-82BB-4AF8-24D4-6CB5D73412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F0D84-32F7-C757-9FDC-EE2B65720EF8}"/>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48373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ECE0E-3C05-18CD-887E-0A2ACA785A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B82E22-5200-553E-0769-C73FCDE57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3AFBE0-2CBF-4767-F9BB-A4941F015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524EE-3CC9-8679-4701-D9CB3EBAF3FE}"/>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6" name="Footer Placeholder 5">
            <a:extLst>
              <a:ext uri="{FF2B5EF4-FFF2-40B4-BE49-F238E27FC236}">
                <a16:creationId xmlns:a16="http://schemas.microsoft.com/office/drawing/2014/main" id="{23F4456D-3438-4D55-099D-D9F27F5A42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146B73-D4AA-1E50-EFEB-A18FA055E6F4}"/>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941240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4A614-2E1F-20EE-91E4-98AECFAD0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3C63AF-A156-A7B3-2A87-555D03CD12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4D6EE13-7C5D-86F2-32EE-B67E7E7B99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9CECD9-DFC8-350D-6B12-023C944F0FA8}"/>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6" name="Footer Placeholder 5">
            <a:extLst>
              <a:ext uri="{FF2B5EF4-FFF2-40B4-BE49-F238E27FC236}">
                <a16:creationId xmlns:a16="http://schemas.microsoft.com/office/drawing/2014/main" id="{2B6356A7-5746-781A-148F-0EB952E1F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324B9-3AD0-AA81-3CD3-03351E139703}"/>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114734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84E1-00A9-E7ED-ADD7-13F8725ECE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F4E8DC-77FC-6B05-ACE2-4CBC423EEC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CC0A3C-3A9D-6330-E5C0-C14AD74A1E55}"/>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35279193-B06E-1A24-DD6F-3E1C844FD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AA1C22-299F-24CB-DD1A-367D907640DC}"/>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3916886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4A0E0-291F-CA41-749E-AAA803DC08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E676ED-1A4E-8BC3-37D0-32A1DDB826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F1D68D-C517-9B83-74EF-9C6B8DF81FAA}"/>
              </a:ext>
            </a:extLst>
          </p:cNvPr>
          <p:cNvSpPr>
            <a:spLocks noGrp="1"/>
          </p:cNvSpPr>
          <p:nvPr>
            <p:ph type="dt" sz="half" idx="10"/>
          </p:nvPr>
        </p:nvSpPr>
        <p:spPr/>
        <p:txBody>
          <a:body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B9EF2E45-01B9-4FAA-2A79-396E3B5E5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B4DB7-F8C3-5B8F-61D5-539400889DDE}"/>
              </a:ext>
            </a:extLst>
          </p:cNvPr>
          <p:cNvSpPr>
            <a:spLocks noGrp="1"/>
          </p:cNvSpPr>
          <p:nvPr>
            <p:ph type="sldNum" sz="quarter" idx="12"/>
          </p:nvPr>
        </p:nvSpPr>
        <p:spPr/>
        <p:txBody>
          <a:bodyPr/>
          <a:lstStyle/>
          <a:p>
            <a:fld id="{FF38AE06-13DA-4237-BA0E-25FA6C496F2F}" type="slidenum">
              <a:rPr lang="en-US" smtClean="0"/>
              <a:t>‹#›</a:t>
            </a:fld>
            <a:endParaRPr lang="en-US"/>
          </a:p>
        </p:txBody>
      </p:sp>
    </p:spTree>
    <p:extLst>
      <p:ext uri="{BB962C8B-B14F-4D97-AF65-F5344CB8AC3E}">
        <p14:creationId xmlns:p14="http://schemas.microsoft.com/office/powerpoint/2010/main" val="256105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A6825-D305-2E5F-6B44-26EABDB66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DB07D6-3DC2-FE6A-5D75-1558764DE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C19D6A-5C07-64FA-9123-9712B4640C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9DC717-0FBA-4F30-8AE7-FD76709AE6EC}" type="datetimeFigureOut">
              <a:rPr lang="en-US" smtClean="0"/>
              <a:t>4/28/2024</a:t>
            </a:fld>
            <a:endParaRPr lang="en-US"/>
          </a:p>
        </p:txBody>
      </p:sp>
      <p:sp>
        <p:nvSpPr>
          <p:cNvPr id="5" name="Footer Placeholder 4">
            <a:extLst>
              <a:ext uri="{FF2B5EF4-FFF2-40B4-BE49-F238E27FC236}">
                <a16:creationId xmlns:a16="http://schemas.microsoft.com/office/drawing/2014/main" id="{853F9725-8AE3-B50C-B306-29044F4B6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9B075F-0604-D8C3-E590-7C5B6052D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8AE06-13DA-4237-BA0E-25FA6C496F2F}" type="slidenum">
              <a:rPr lang="en-US" smtClean="0"/>
              <a:t>‹#›</a:t>
            </a:fld>
            <a:endParaRPr lang="en-US"/>
          </a:p>
        </p:txBody>
      </p:sp>
    </p:spTree>
    <p:extLst>
      <p:ext uri="{BB962C8B-B14F-4D97-AF65-F5344CB8AC3E}">
        <p14:creationId xmlns:p14="http://schemas.microsoft.com/office/powerpoint/2010/main" val="3673354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6FDF2-2950-239F-2047-C2F30F203CB4}"/>
              </a:ext>
            </a:extLst>
          </p:cNvPr>
          <p:cNvSpPr>
            <a:spLocks noGrp="1"/>
          </p:cNvSpPr>
          <p:nvPr>
            <p:ph type="ctrTitle"/>
          </p:nvPr>
        </p:nvSpPr>
        <p:spPr>
          <a:xfrm>
            <a:off x="1524000" y="1293338"/>
            <a:ext cx="9144000" cy="3274592"/>
          </a:xfrm>
        </p:spPr>
        <p:txBody>
          <a:bodyPr anchor="ctr">
            <a:normAutofit/>
          </a:bodyPr>
          <a:lstStyle/>
          <a:p>
            <a:r>
              <a:rPr lang="en-US" sz="7200"/>
              <a:t>CSW Training Improvement Plan</a:t>
            </a:r>
          </a:p>
        </p:txBody>
      </p:sp>
      <p:sp>
        <p:nvSpPr>
          <p:cNvPr id="3" name="Subtitle 2">
            <a:extLst>
              <a:ext uri="{FF2B5EF4-FFF2-40B4-BE49-F238E27FC236}">
                <a16:creationId xmlns:a16="http://schemas.microsoft.com/office/drawing/2014/main" id="{41B4B52E-F434-75E2-3940-E645FD75B6C1}"/>
              </a:ext>
            </a:extLst>
          </p:cNvPr>
          <p:cNvSpPr>
            <a:spLocks noGrp="1"/>
          </p:cNvSpPr>
          <p:nvPr>
            <p:ph type="subTitle" idx="1"/>
          </p:nvPr>
        </p:nvSpPr>
        <p:spPr>
          <a:xfrm>
            <a:off x="1524000" y="5514052"/>
            <a:ext cx="9144000" cy="651910"/>
          </a:xfrm>
        </p:spPr>
        <p:txBody>
          <a:bodyPr anchor="ctr">
            <a:normAutofit/>
          </a:bodyPr>
          <a:lstStyle/>
          <a:p>
            <a:endParaRPr lang="en-US"/>
          </a:p>
        </p:txBody>
      </p:sp>
      <p:cxnSp>
        <p:nvCxnSpPr>
          <p:cNvPr id="20" name="Straight Connector 1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304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01BB1E-B15E-9770-41D0-6D3C0F69F7F1}"/>
              </a:ext>
            </a:extLst>
          </p:cNvPr>
          <p:cNvSpPr>
            <a:spLocks noGrp="1"/>
          </p:cNvSpPr>
          <p:nvPr>
            <p:ph type="title"/>
          </p:nvPr>
        </p:nvSpPr>
        <p:spPr>
          <a:xfrm>
            <a:off x="1043631" y="809898"/>
            <a:ext cx="10173010" cy="1554480"/>
          </a:xfrm>
        </p:spPr>
        <p:txBody>
          <a:bodyPr anchor="ctr">
            <a:normAutofit/>
          </a:bodyPr>
          <a:lstStyle/>
          <a:p>
            <a:r>
              <a:rPr lang="en-US" sz="5400" dirty="0"/>
              <a:t>CSW Process – ADDRESS IT</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95E6203-935C-021F-C8A2-E861DB02BAD3}"/>
              </a:ext>
            </a:extLst>
          </p:cNvPr>
          <p:cNvGraphicFramePr>
            <a:graphicFrameLocks noGrp="1"/>
          </p:cNvGraphicFramePr>
          <p:nvPr>
            <p:ph idx="1"/>
            <p:extLst>
              <p:ext uri="{D42A27DB-BD31-4B8C-83A1-F6EECF244321}">
                <p14:modId xmlns:p14="http://schemas.microsoft.com/office/powerpoint/2010/main" val="3286323934"/>
              </p:ext>
            </p:extLst>
          </p:nvPr>
        </p:nvGraphicFramePr>
        <p:xfrm>
          <a:off x="382305" y="2799761"/>
          <a:ext cx="11427390" cy="35418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2460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AA291-391D-DE77-C981-5F8410EAB414}"/>
              </a:ext>
            </a:extLst>
          </p:cNvPr>
          <p:cNvSpPr>
            <a:spLocks noGrp="1"/>
          </p:cNvSpPr>
          <p:nvPr>
            <p:ph type="title"/>
          </p:nvPr>
        </p:nvSpPr>
        <p:spPr>
          <a:xfrm>
            <a:off x="841248" y="256032"/>
            <a:ext cx="10506456" cy="1014984"/>
          </a:xfrm>
        </p:spPr>
        <p:txBody>
          <a:bodyPr anchor="b">
            <a:normAutofit/>
          </a:bodyPr>
          <a:lstStyle/>
          <a:p>
            <a:r>
              <a:rPr lang="en-US" dirty="0"/>
              <a:t>Step 1. Analyze the Context</a:t>
            </a:r>
          </a:p>
        </p:txBody>
      </p:sp>
      <p:sp>
        <p:nvSpPr>
          <p:cNvPr id="35" name="Rectangle 3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52E6D78-23D0-7519-F281-E07C38B2F0C5}"/>
              </a:ext>
            </a:extLst>
          </p:cNvPr>
          <p:cNvGraphicFramePr>
            <a:graphicFrameLocks noGrp="1"/>
          </p:cNvGraphicFramePr>
          <p:nvPr>
            <p:ph idx="1"/>
            <p:extLst>
              <p:ext uri="{D42A27DB-BD31-4B8C-83A1-F6EECF244321}">
                <p14:modId xmlns:p14="http://schemas.microsoft.com/office/powerpoint/2010/main" val="76023073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4953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22F39-3028-66E5-2190-AD60AE91FFF8}"/>
              </a:ext>
            </a:extLst>
          </p:cNvPr>
          <p:cNvSpPr>
            <a:spLocks noGrp="1"/>
          </p:cNvSpPr>
          <p:nvPr>
            <p:ph type="title"/>
          </p:nvPr>
        </p:nvSpPr>
        <p:spPr>
          <a:xfrm>
            <a:off x="841248" y="256032"/>
            <a:ext cx="10506456" cy="1014984"/>
          </a:xfrm>
        </p:spPr>
        <p:txBody>
          <a:bodyPr anchor="b">
            <a:normAutofit fontScale="90000"/>
          </a:bodyPr>
          <a:lstStyle/>
          <a:p>
            <a:r>
              <a:rPr lang="en-US" sz="3700" dirty="0"/>
              <a:t>Step 2. Define and Deliberate the Problem or Need</a:t>
            </a:r>
          </a:p>
        </p:txBody>
      </p:sp>
      <p:sp>
        <p:nvSpPr>
          <p:cNvPr id="38" name="Rectangle 3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Rectangle 3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6" name="Content Placeholder 2">
            <a:extLst>
              <a:ext uri="{FF2B5EF4-FFF2-40B4-BE49-F238E27FC236}">
                <a16:creationId xmlns:a16="http://schemas.microsoft.com/office/drawing/2014/main" id="{11E25427-8033-9A75-BB40-A1AC876B3168}"/>
              </a:ext>
            </a:extLst>
          </p:cNvPr>
          <p:cNvGraphicFramePr>
            <a:graphicFrameLocks noGrp="1"/>
          </p:cNvGraphicFramePr>
          <p:nvPr>
            <p:ph idx="1"/>
            <p:extLst>
              <p:ext uri="{D42A27DB-BD31-4B8C-83A1-F6EECF244321}">
                <p14:modId xmlns:p14="http://schemas.microsoft.com/office/powerpoint/2010/main" val="189939906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4939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46417-26D3-F143-98F9-FDF3E27836DB}"/>
              </a:ext>
            </a:extLst>
          </p:cNvPr>
          <p:cNvSpPr>
            <a:spLocks noGrp="1"/>
          </p:cNvSpPr>
          <p:nvPr>
            <p:ph type="title"/>
          </p:nvPr>
        </p:nvSpPr>
        <p:spPr>
          <a:xfrm>
            <a:off x="841248" y="256032"/>
            <a:ext cx="10506456" cy="1014984"/>
          </a:xfrm>
        </p:spPr>
        <p:txBody>
          <a:bodyPr anchor="b">
            <a:normAutofit/>
          </a:bodyPr>
          <a:lstStyle/>
          <a:p>
            <a:r>
              <a:rPr lang="en-US" dirty="0"/>
              <a:t>Step 3. Research Needed Information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163C95-9C6B-1C6A-B5EA-4F949EBF1D81}"/>
              </a:ext>
            </a:extLst>
          </p:cNvPr>
          <p:cNvGraphicFramePr>
            <a:graphicFrameLocks noGrp="1"/>
          </p:cNvGraphicFramePr>
          <p:nvPr>
            <p:ph idx="1"/>
            <p:extLst>
              <p:ext uri="{D42A27DB-BD31-4B8C-83A1-F6EECF244321}">
                <p14:modId xmlns:p14="http://schemas.microsoft.com/office/powerpoint/2010/main" val="889763740"/>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5535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346417-26D3-F143-98F9-FDF3E27836DB}"/>
              </a:ext>
            </a:extLst>
          </p:cNvPr>
          <p:cNvSpPr>
            <a:spLocks noGrp="1"/>
          </p:cNvSpPr>
          <p:nvPr>
            <p:ph type="title"/>
          </p:nvPr>
        </p:nvSpPr>
        <p:spPr>
          <a:xfrm>
            <a:off x="841248" y="256032"/>
            <a:ext cx="10506456" cy="1014984"/>
          </a:xfrm>
        </p:spPr>
        <p:txBody>
          <a:bodyPr anchor="b">
            <a:normAutofit/>
          </a:bodyPr>
          <a:lstStyle/>
          <a:p>
            <a:r>
              <a:rPr lang="en-US" dirty="0"/>
              <a:t>Step 4. Explore Options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C163C95-9C6B-1C6A-B5EA-4F949EBF1D81}"/>
              </a:ext>
            </a:extLst>
          </p:cNvPr>
          <p:cNvGraphicFramePr>
            <a:graphicFrameLocks noGrp="1"/>
          </p:cNvGraphicFramePr>
          <p:nvPr>
            <p:ph idx="1"/>
            <p:extLst>
              <p:ext uri="{D42A27DB-BD31-4B8C-83A1-F6EECF244321}">
                <p14:modId xmlns:p14="http://schemas.microsoft.com/office/powerpoint/2010/main" val="290866197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655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7D365-7F7F-DB9D-2F6D-5D837B01CDFA}"/>
              </a:ext>
            </a:extLst>
          </p:cNvPr>
          <p:cNvSpPr>
            <a:spLocks noGrp="1"/>
          </p:cNvSpPr>
          <p:nvPr>
            <p:ph type="title"/>
          </p:nvPr>
        </p:nvSpPr>
        <p:spPr>
          <a:xfrm>
            <a:off x="841248" y="256032"/>
            <a:ext cx="10506456" cy="1014984"/>
          </a:xfrm>
        </p:spPr>
        <p:txBody>
          <a:bodyPr anchor="b">
            <a:normAutofit/>
          </a:bodyPr>
          <a:lstStyle/>
          <a:p>
            <a:r>
              <a:rPr lang="en-US" dirty="0"/>
              <a:t>Step 5. Submit Proposal or Report</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FFBE22C-F504-9798-A904-DE06AC34B835}"/>
              </a:ext>
            </a:extLst>
          </p:cNvPr>
          <p:cNvGraphicFramePr>
            <a:graphicFrameLocks noGrp="1"/>
          </p:cNvGraphicFramePr>
          <p:nvPr>
            <p:ph idx="1"/>
            <p:extLst>
              <p:ext uri="{D42A27DB-BD31-4B8C-83A1-F6EECF244321}">
                <p14:modId xmlns:p14="http://schemas.microsoft.com/office/powerpoint/2010/main" val="266179189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1104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3C1318-A4BF-98D2-DEB0-B6C38F7338C6}"/>
              </a:ext>
            </a:extLst>
          </p:cNvPr>
          <p:cNvSpPr>
            <a:spLocks noGrp="1"/>
          </p:cNvSpPr>
          <p:nvPr>
            <p:ph type="title"/>
          </p:nvPr>
        </p:nvSpPr>
        <p:spPr>
          <a:xfrm>
            <a:off x="841248" y="256032"/>
            <a:ext cx="10506456" cy="1014984"/>
          </a:xfrm>
        </p:spPr>
        <p:txBody>
          <a:bodyPr anchor="b">
            <a:normAutofit fontScale="90000"/>
          </a:bodyPr>
          <a:lstStyle/>
          <a:p>
            <a:r>
              <a:rPr lang="en-US" sz="4100" dirty="0"/>
              <a:t>Step 6. Sustain Efforts to Implement the 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EBAC3E7-EC6B-6C04-90EA-1D10C33B79BB}"/>
              </a:ext>
            </a:extLst>
          </p:cNvPr>
          <p:cNvGraphicFramePr>
            <a:graphicFrameLocks noGrp="1"/>
          </p:cNvGraphicFramePr>
          <p:nvPr>
            <p:ph idx="1"/>
            <p:extLst>
              <p:ext uri="{D42A27DB-BD31-4B8C-83A1-F6EECF244321}">
                <p14:modId xmlns:p14="http://schemas.microsoft.com/office/powerpoint/2010/main" val="239968820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452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34DFE8-1231-B5DC-9652-52B330F53883}"/>
              </a:ext>
            </a:extLst>
          </p:cNvPr>
          <p:cNvSpPr>
            <a:spLocks noGrp="1"/>
          </p:cNvSpPr>
          <p:nvPr>
            <p:ph type="title"/>
          </p:nvPr>
        </p:nvSpPr>
        <p:spPr>
          <a:xfrm>
            <a:off x="841248" y="256032"/>
            <a:ext cx="10506456" cy="1014984"/>
          </a:xfrm>
        </p:spPr>
        <p:txBody>
          <a:bodyPr anchor="b">
            <a:normAutofit fontScale="90000"/>
          </a:bodyPr>
          <a:lstStyle/>
          <a:p>
            <a:r>
              <a:rPr lang="en-US" dirty="0"/>
              <a:t>Step 7. Iterate and Improve the Solution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4B2E63E-3AD9-FF2D-3ED7-13DBA994B847}"/>
              </a:ext>
            </a:extLst>
          </p:cNvPr>
          <p:cNvGraphicFramePr>
            <a:graphicFrameLocks noGrp="1"/>
          </p:cNvGraphicFramePr>
          <p:nvPr>
            <p:ph idx="1"/>
            <p:extLst>
              <p:ext uri="{D42A27DB-BD31-4B8C-83A1-F6EECF244321}">
                <p14:modId xmlns:p14="http://schemas.microsoft.com/office/powerpoint/2010/main" val="227440255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4616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71ED6-3404-8268-028A-A7C6F3910CEA}"/>
              </a:ext>
            </a:extLst>
          </p:cNvPr>
          <p:cNvSpPr>
            <a:spLocks noGrp="1"/>
          </p:cNvSpPr>
          <p:nvPr>
            <p:ph type="title"/>
          </p:nvPr>
        </p:nvSpPr>
        <p:spPr/>
        <p:txBody>
          <a:bodyPr/>
          <a:lstStyle/>
          <a:p>
            <a:r>
              <a:rPr lang="en-US" dirty="0"/>
              <a:t>CSW Competencies</a:t>
            </a:r>
          </a:p>
        </p:txBody>
      </p:sp>
      <p:sp>
        <p:nvSpPr>
          <p:cNvPr id="3" name="Content Placeholder 2">
            <a:extLst>
              <a:ext uri="{FF2B5EF4-FFF2-40B4-BE49-F238E27FC236}">
                <a16:creationId xmlns:a16="http://schemas.microsoft.com/office/drawing/2014/main" id="{C8D2E228-25EE-17DB-2B54-2AA2D9E04EC8}"/>
              </a:ext>
            </a:extLst>
          </p:cNvPr>
          <p:cNvSpPr>
            <a:spLocks noGrp="1"/>
          </p:cNvSpPr>
          <p:nvPr>
            <p:ph idx="1"/>
          </p:nvPr>
        </p:nvSpPr>
        <p:spPr/>
        <p:txBody>
          <a:bodyPr/>
          <a:lstStyle/>
          <a:p>
            <a:r>
              <a:rPr lang="en-US"/>
              <a:t>Give specific time for the CSW Competencies assessment to be read by the facilitator so that the participants can focus on answering the questionnaire on time. (1 minute per question, 60 minutes as a whole), (consequence: It will eat the time for other activities)</a:t>
            </a:r>
          </a:p>
          <a:p>
            <a:r>
              <a:rPr lang="en-US"/>
              <a:t> Translate Filipino or local language so that the participants will understand and appreciate it more.  </a:t>
            </a:r>
          </a:p>
          <a:p>
            <a:r>
              <a:rPr lang="en-US"/>
              <a:t>Before submitting the assessment tool, remind the participants to review their paper, and ensure that they have answered all the questions.  </a:t>
            </a:r>
          </a:p>
          <a:p>
            <a:endParaRPr lang="en-US"/>
          </a:p>
        </p:txBody>
      </p:sp>
    </p:spTree>
    <p:extLst>
      <p:ext uri="{BB962C8B-B14F-4D97-AF65-F5344CB8AC3E}">
        <p14:creationId xmlns:p14="http://schemas.microsoft.com/office/powerpoint/2010/main" val="80732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C8242-FBD7-AA01-C09C-59BF50D93C0B}"/>
              </a:ext>
            </a:extLst>
          </p:cNvPr>
          <p:cNvSpPr>
            <a:spLocks noGrp="1"/>
          </p:cNvSpPr>
          <p:nvPr>
            <p:ph type="title"/>
          </p:nvPr>
        </p:nvSpPr>
        <p:spPr/>
        <p:txBody>
          <a:bodyPr/>
          <a:lstStyle/>
          <a:p>
            <a:r>
              <a:rPr lang="en-PH"/>
              <a:t>Workshops…</a:t>
            </a:r>
          </a:p>
        </p:txBody>
      </p:sp>
      <p:sp>
        <p:nvSpPr>
          <p:cNvPr id="3" name="Content Placeholder 2">
            <a:extLst>
              <a:ext uri="{FF2B5EF4-FFF2-40B4-BE49-F238E27FC236}">
                <a16:creationId xmlns:a16="http://schemas.microsoft.com/office/drawing/2014/main" id="{4E0E10DF-502A-5FCC-3AEF-2A257C53D0EB}"/>
              </a:ext>
            </a:extLst>
          </p:cNvPr>
          <p:cNvSpPr>
            <a:spLocks noGrp="1"/>
          </p:cNvSpPr>
          <p:nvPr>
            <p:ph idx="1"/>
          </p:nvPr>
        </p:nvSpPr>
        <p:spPr/>
        <p:txBody>
          <a:bodyPr/>
          <a:lstStyle/>
          <a:p>
            <a:r>
              <a:rPr lang="en-PH"/>
              <a:t>Mind Mapping Activity where participants can draw or stick their ideas using sticky notes on a white board.</a:t>
            </a:r>
          </a:p>
        </p:txBody>
      </p:sp>
    </p:spTree>
    <p:extLst>
      <p:ext uri="{BB962C8B-B14F-4D97-AF65-F5344CB8AC3E}">
        <p14:creationId xmlns:p14="http://schemas.microsoft.com/office/powerpoint/2010/main" val="2614262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509</TotalTime>
  <Words>4570</Words>
  <Application>Microsoft Office PowerPoint</Application>
  <PresentationFormat>Widescreen</PresentationFormat>
  <Paragraphs>369</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Black</vt:lpstr>
      <vt:lpstr>Arial</vt:lpstr>
      <vt:lpstr>Calibri</vt:lpstr>
      <vt:lpstr>Office Theme</vt:lpstr>
      <vt:lpstr>CSW Training Improvement Plan</vt:lpstr>
      <vt:lpstr>CSW Process – ADDRESS IT</vt:lpstr>
      <vt:lpstr>Step 1. Analyze the Context</vt:lpstr>
      <vt:lpstr>Step 2. Define and Deliberate the Problem or Need</vt:lpstr>
      <vt:lpstr>Step 3. Research Needed Information</vt:lpstr>
      <vt:lpstr>Step 4. Explore Options</vt:lpstr>
      <vt:lpstr>Step 5. Submit Proposal or Report</vt:lpstr>
      <vt:lpstr>Step 6. Sustain Efforts to Implement the Solution</vt:lpstr>
      <vt:lpstr>Step 7. Iterate and Improve the Solution</vt:lpstr>
      <vt:lpstr>CSW Competencies</vt:lpstr>
      <vt:lpstr>Workshops…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CSW Training Improvement Plan</dc:title>
  <dc:creator>Saidamen Mambayao</dc:creator>
  <cp:lastModifiedBy>Saidamen Mambayao</cp:lastModifiedBy>
  <cp:revision>1</cp:revision>
  <dcterms:created xsi:type="dcterms:W3CDTF">2024-04-28T02:56:31Z</dcterms:created>
  <dcterms:modified xsi:type="dcterms:W3CDTF">2024-04-28T11:26:27Z</dcterms:modified>
</cp:coreProperties>
</file>