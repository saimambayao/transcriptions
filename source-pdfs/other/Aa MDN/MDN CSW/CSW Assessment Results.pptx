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476" r:id="rId6"/>
    <p:sldId id="350" r:id="rId7"/>
    <p:sldId id="348" r:id="rId8"/>
    <p:sldId id="312" r:id="rId9"/>
    <p:sldId id="492" r:id="rId10"/>
    <p:sldId id="493" r:id="rId11"/>
    <p:sldId id="494" r:id="rId12"/>
    <p:sldId id="495" r:id="rId13"/>
    <p:sldId id="496" r:id="rId14"/>
    <p:sldId id="497" r:id="rId15"/>
    <p:sldId id="498" r:id="rId16"/>
    <p:sldId id="499" r:id="rId17"/>
    <p:sldId id="500" r:id="rId18"/>
    <p:sldId id="50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F8AD47"/>
    <a:srgbClr val="9391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806" autoAdjust="0"/>
  </p:normalViewPr>
  <p:slideViewPr>
    <p:cSldViewPr snapToGrid="0">
      <p:cViewPr varScale="1">
        <p:scale>
          <a:sx n="41" d="100"/>
          <a:sy n="41" d="100"/>
        </p:scale>
        <p:origin x="980" y="40"/>
      </p:cViewPr>
      <p:guideLst/>
    </p:cSldViewPr>
  </p:slideViewPr>
  <p:notesTextViewPr>
    <p:cViewPr>
      <p:scale>
        <a:sx n="1" d="1"/>
        <a:sy n="1" d="1"/>
      </p:scale>
      <p:origin x="0" y="0"/>
    </p:cViewPr>
  </p:notesTextViewPr>
  <p:sorterViewPr>
    <p:cViewPr>
      <p:scale>
        <a:sx n="125" d="100"/>
        <a:sy n="125"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amen Mambayao" userId="744fa6c53ac0aede" providerId="LiveId" clId="{7753CD73-5CC3-4C61-8351-DE7F963F2055}"/>
    <pc:docChg chg="undo custSel addSld delSld modSld">
      <pc:chgData name="Saidamen Mambayao" userId="744fa6c53ac0aede" providerId="LiveId" clId="{7753CD73-5CC3-4C61-8351-DE7F963F2055}" dt="2024-04-27T05:17:32.380" v="237" actId="2711"/>
      <pc:docMkLst>
        <pc:docMk/>
      </pc:docMkLst>
      <pc:sldChg chg="del">
        <pc:chgData name="Saidamen Mambayao" userId="744fa6c53ac0aede" providerId="LiveId" clId="{7753CD73-5CC3-4C61-8351-DE7F963F2055}" dt="2024-04-27T05:09:20.656" v="5" actId="47"/>
        <pc:sldMkLst>
          <pc:docMk/>
          <pc:sldMk cId="3316347709" sldId="279"/>
        </pc:sldMkLst>
      </pc:sldChg>
      <pc:sldChg chg="del">
        <pc:chgData name="Saidamen Mambayao" userId="744fa6c53ac0aede" providerId="LiveId" clId="{7753CD73-5CC3-4C61-8351-DE7F963F2055}" dt="2024-04-27T05:10:04.631" v="53" actId="47"/>
        <pc:sldMkLst>
          <pc:docMk/>
          <pc:sldMk cId="590874069" sldId="285"/>
        </pc:sldMkLst>
      </pc:sldChg>
      <pc:sldChg chg="del">
        <pc:chgData name="Saidamen Mambayao" userId="744fa6c53ac0aede" providerId="LiveId" clId="{7753CD73-5CC3-4C61-8351-DE7F963F2055}" dt="2024-04-27T05:10:05.164" v="55" actId="47"/>
        <pc:sldMkLst>
          <pc:docMk/>
          <pc:sldMk cId="3835778191" sldId="286"/>
        </pc:sldMkLst>
      </pc:sldChg>
      <pc:sldChg chg="del">
        <pc:chgData name="Saidamen Mambayao" userId="744fa6c53ac0aede" providerId="LiveId" clId="{7753CD73-5CC3-4C61-8351-DE7F963F2055}" dt="2024-04-27T05:10:10.705" v="75" actId="47"/>
        <pc:sldMkLst>
          <pc:docMk/>
          <pc:sldMk cId="1245738621" sldId="288"/>
        </pc:sldMkLst>
      </pc:sldChg>
      <pc:sldChg chg="del">
        <pc:chgData name="Saidamen Mambayao" userId="744fa6c53ac0aede" providerId="LiveId" clId="{7753CD73-5CC3-4C61-8351-DE7F963F2055}" dt="2024-04-27T05:10:18.696" v="83" actId="47"/>
        <pc:sldMkLst>
          <pc:docMk/>
          <pc:sldMk cId="2537858050" sldId="290"/>
        </pc:sldMkLst>
      </pc:sldChg>
      <pc:sldChg chg="del">
        <pc:chgData name="Saidamen Mambayao" userId="744fa6c53ac0aede" providerId="LiveId" clId="{7753CD73-5CC3-4C61-8351-DE7F963F2055}" dt="2024-04-27T05:10:25.583" v="93" actId="47"/>
        <pc:sldMkLst>
          <pc:docMk/>
          <pc:sldMk cId="220610447" sldId="292"/>
        </pc:sldMkLst>
      </pc:sldChg>
      <pc:sldChg chg="del">
        <pc:chgData name="Saidamen Mambayao" userId="744fa6c53ac0aede" providerId="LiveId" clId="{7753CD73-5CC3-4C61-8351-DE7F963F2055}" dt="2024-04-27T05:10:29.663" v="103" actId="47"/>
        <pc:sldMkLst>
          <pc:docMk/>
          <pc:sldMk cId="2201209013" sldId="294"/>
        </pc:sldMkLst>
      </pc:sldChg>
      <pc:sldChg chg="del">
        <pc:chgData name="Saidamen Mambayao" userId="744fa6c53ac0aede" providerId="LiveId" clId="{7753CD73-5CC3-4C61-8351-DE7F963F2055}" dt="2024-04-27T05:10:08.072" v="66" actId="47"/>
        <pc:sldMkLst>
          <pc:docMk/>
          <pc:sldMk cId="4119715878" sldId="295"/>
        </pc:sldMkLst>
      </pc:sldChg>
      <pc:sldChg chg="del">
        <pc:chgData name="Saidamen Mambayao" userId="744fa6c53ac0aede" providerId="LiveId" clId="{7753CD73-5CC3-4C61-8351-DE7F963F2055}" dt="2024-04-27T05:10:16.260" v="81" actId="47"/>
        <pc:sldMkLst>
          <pc:docMk/>
          <pc:sldMk cId="1087808869" sldId="296"/>
        </pc:sldMkLst>
      </pc:sldChg>
      <pc:sldChg chg="del">
        <pc:chgData name="Saidamen Mambayao" userId="744fa6c53ac0aede" providerId="LiveId" clId="{7753CD73-5CC3-4C61-8351-DE7F963F2055}" dt="2024-04-27T05:10:25.179" v="91" actId="47"/>
        <pc:sldMkLst>
          <pc:docMk/>
          <pc:sldMk cId="1400487652" sldId="297"/>
        </pc:sldMkLst>
      </pc:sldChg>
      <pc:sldChg chg="del">
        <pc:chgData name="Saidamen Mambayao" userId="744fa6c53ac0aede" providerId="LiveId" clId="{7753CD73-5CC3-4C61-8351-DE7F963F2055}" dt="2024-04-27T05:10:28.665" v="101" actId="47"/>
        <pc:sldMkLst>
          <pc:docMk/>
          <pc:sldMk cId="2620540219" sldId="298"/>
        </pc:sldMkLst>
      </pc:sldChg>
      <pc:sldChg chg="del">
        <pc:chgData name="Saidamen Mambayao" userId="744fa6c53ac0aede" providerId="LiveId" clId="{7753CD73-5CC3-4C61-8351-DE7F963F2055}" dt="2024-04-27T05:10:05.760" v="57" actId="47"/>
        <pc:sldMkLst>
          <pc:docMk/>
          <pc:sldMk cId="1421370166" sldId="314"/>
        </pc:sldMkLst>
      </pc:sldChg>
      <pc:sldChg chg="del">
        <pc:chgData name="Saidamen Mambayao" userId="744fa6c53ac0aede" providerId="LiveId" clId="{7753CD73-5CC3-4C61-8351-DE7F963F2055}" dt="2024-04-27T05:10:06.367" v="60" actId="47"/>
        <pc:sldMkLst>
          <pc:docMk/>
          <pc:sldMk cId="594800513" sldId="315"/>
        </pc:sldMkLst>
      </pc:sldChg>
      <pc:sldChg chg="del">
        <pc:chgData name="Saidamen Mambayao" userId="744fa6c53ac0aede" providerId="LiveId" clId="{7753CD73-5CC3-4C61-8351-DE7F963F2055}" dt="2024-04-27T05:10:08.964" v="68" actId="47"/>
        <pc:sldMkLst>
          <pc:docMk/>
          <pc:sldMk cId="1898742481" sldId="316"/>
        </pc:sldMkLst>
      </pc:sldChg>
      <pc:sldChg chg="del">
        <pc:chgData name="Saidamen Mambayao" userId="744fa6c53ac0aede" providerId="LiveId" clId="{7753CD73-5CC3-4C61-8351-DE7F963F2055}" dt="2024-04-27T05:10:09.357" v="70" actId="47"/>
        <pc:sldMkLst>
          <pc:docMk/>
          <pc:sldMk cId="1809170335" sldId="317"/>
        </pc:sldMkLst>
      </pc:sldChg>
      <pc:sldChg chg="del">
        <pc:chgData name="Saidamen Mambayao" userId="744fa6c53ac0aede" providerId="LiveId" clId="{7753CD73-5CC3-4C61-8351-DE7F963F2055}" dt="2024-04-27T05:10:19.905" v="84" actId="47"/>
        <pc:sldMkLst>
          <pc:docMk/>
          <pc:sldMk cId="2312547602" sldId="318"/>
        </pc:sldMkLst>
      </pc:sldChg>
      <pc:sldChg chg="del">
        <pc:chgData name="Saidamen Mambayao" userId="744fa6c53ac0aede" providerId="LiveId" clId="{7753CD73-5CC3-4C61-8351-DE7F963F2055}" dt="2024-04-27T05:10:20.649" v="85" actId="47"/>
        <pc:sldMkLst>
          <pc:docMk/>
          <pc:sldMk cId="1016576202" sldId="319"/>
        </pc:sldMkLst>
      </pc:sldChg>
      <pc:sldChg chg="del">
        <pc:chgData name="Saidamen Mambayao" userId="744fa6c53ac0aede" providerId="LiveId" clId="{7753CD73-5CC3-4C61-8351-DE7F963F2055}" dt="2024-04-27T05:10:25.776" v="94" actId="47"/>
        <pc:sldMkLst>
          <pc:docMk/>
          <pc:sldMk cId="2749238767" sldId="320"/>
        </pc:sldMkLst>
      </pc:sldChg>
      <pc:sldChg chg="del">
        <pc:chgData name="Saidamen Mambayao" userId="744fa6c53ac0aede" providerId="LiveId" clId="{7753CD73-5CC3-4C61-8351-DE7F963F2055}" dt="2024-04-27T05:10:26.020" v="95" actId="47"/>
        <pc:sldMkLst>
          <pc:docMk/>
          <pc:sldMk cId="2330515414" sldId="321"/>
        </pc:sldMkLst>
      </pc:sldChg>
      <pc:sldChg chg="del">
        <pc:chgData name="Saidamen Mambayao" userId="744fa6c53ac0aede" providerId="LiveId" clId="{7753CD73-5CC3-4C61-8351-DE7F963F2055}" dt="2024-04-27T05:10:31.166" v="105" actId="47"/>
        <pc:sldMkLst>
          <pc:docMk/>
          <pc:sldMk cId="2993023250" sldId="322"/>
        </pc:sldMkLst>
      </pc:sldChg>
      <pc:sldChg chg="del">
        <pc:chgData name="Saidamen Mambayao" userId="744fa6c53ac0aede" providerId="LiveId" clId="{7753CD73-5CC3-4C61-8351-DE7F963F2055}" dt="2024-04-27T05:10:31.638" v="106" actId="47"/>
        <pc:sldMkLst>
          <pc:docMk/>
          <pc:sldMk cId="3348928483" sldId="323"/>
        </pc:sldMkLst>
      </pc:sldChg>
      <pc:sldChg chg="del">
        <pc:chgData name="Saidamen Mambayao" userId="744fa6c53ac0aede" providerId="LiveId" clId="{7753CD73-5CC3-4C61-8351-DE7F963F2055}" dt="2024-04-27T05:09:20.052" v="2" actId="47"/>
        <pc:sldMkLst>
          <pc:docMk/>
          <pc:sldMk cId="1816557446" sldId="325"/>
        </pc:sldMkLst>
      </pc:sldChg>
      <pc:sldChg chg="del">
        <pc:chgData name="Saidamen Mambayao" userId="744fa6c53ac0aede" providerId="LiveId" clId="{7753CD73-5CC3-4C61-8351-DE7F963F2055}" dt="2024-04-27T05:09:20.873" v="12" actId="47"/>
        <pc:sldMkLst>
          <pc:docMk/>
          <pc:sldMk cId="3564881536" sldId="326"/>
        </pc:sldMkLst>
      </pc:sldChg>
      <pc:sldChg chg="del">
        <pc:chgData name="Saidamen Mambayao" userId="744fa6c53ac0aede" providerId="LiveId" clId="{7753CD73-5CC3-4C61-8351-DE7F963F2055}" dt="2024-04-27T05:09:21.695" v="18" actId="47"/>
        <pc:sldMkLst>
          <pc:docMk/>
          <pc:sldMk cId="3413543476" sldId="327"/>
        </pc:sldMkLst>
      </pc:sldChg>
      <pc:sldChg chg="del">
        <pc:chgData name="Saidamen Mambayao" userId="744fa6c53ac0aede" providerId="LiveId" clId="{7753CD73-5CC3-4C61-8351-DE7F963F2055}" dt="2024-04-27T05:09:19.866" v="1" actId="47"/>
        <pc:sldMkLst>
          <pc:docMk/>
          <pc:sldMk cId="1243716179" sldId="329"/>
        </pc:sldMkLst>
      </pc:sldChg>
      <pc:sldChg chg="add del">
        <pc:chgData name="Saidamen Mambayao" userId="744fa6c53ac0aede" providerId="LiveId" clId="{7753CD73-5CC3-4C61-8351-DE7F963F2055}" dt="2024-04-27T05:09:44.226" v="43" actId="47"/>
        <pc:sldMkLst>
          <pc:docMk/>
          <pc:sldMk cId="4091127923" sldId="330"/>
        </pc:sldMkLst>
      </pc:sldChg>
      <pc:sldChg chg="del">
        <pc:chgData name="Saidamen Mambayao" userId="744fa6c53ac0aede" providerId="LiveId" clId="{7753CD73-5CC3-4C61-8351-DE7F963F2055}" dt="2024-04-27T05:09:56.903" v="51" actId="47"/>
        <pc:sldMkLst>
          <pc:docMk/>
          <pc:sldMk cId="4110432679" sldId="331"/>
        </pc:sldMkLst>
      </pc:sldChg>
      <pc:sldChg chg="del">
        <pc:chgData name="Saidamen Mambayao" userId="744fa6c53ac0aede" providerId="LiveId" clId="{7753CD73-5CC3-4C61-8351-DE7F963F2055}" dt="2024-04-27T05:10:04.206" v="52" actId="47"/>
        <pc:sldMkLst>
          <pc:docMk/>
          <pc:sldMk cId="725854051" sldId="332"/>
        </pc:sldMkLst>
      </pc:sldChg>
      <pc:sldChg chg="del">
        <pc:chgData name="Saidamen Mambayao" userId="744fa6c53ac0aede" providerId="LiveId" clId="{7753CD73-5CC3-4C61-8351-DE7F963F2055}" dt="2024-04-27T05:10:06.535" v="65" actId="47"/>
        <pc:sldMkLst>
          <pc:docMk/>
          <pc:sldMk cId="3770420301" sldId="333"/>
        </pc:sldMkLst>
      </pc:sldChg>
      <pc:sldChg chg="del">
        <pc:chgData name="Saidamen Mambayao" userId="744fa6c53ac0aede" providerId="LiveId" clId="{7753CD73-5CC3-4C61-8351-DE7F963F2055}" dt="2024-04-27T05:10:15.789" v="80" actId="47"/>
        <pc:sldMkLst>
          <pc:docMk/>
          <pc:sldMk cId="3680627777" sldId="334"/>
        </pc:sldMkLst>
      </pc:sldChg>
      <pc:sldChg chg="del">
        <pc:chgData name="Saidamen Mambayao" userId="744fa6c53ac0aede" providerId="LiveId" clId="{7753CD73-5CC3-4C61-8351-DE7F963F2055}" dt="2024-04-27T05:10:24.727" v="90" actId="47"/>
        <pc:sldMkLst>
          <pc:docMk/>
          <pc:sldMk cId="4190993426" sldId="335"/>
        </pc:sldMkLst>
      </pc:sldChg>
      <pc:sldChg chg="del">
        <pc:chgData name="Saidamen Mambayao" userId="744fa6c53ac0aede" providerId="LiveId" clId="{7753CD73-5CC3-4C61-8351-DE7F963F2055}" dt="2024-04-27T05:10:28.209" v="100" actId="47"/>
        <pc:sldMkLst>
          <pc:docMk/>
          <pc:sldMk cId="1903494283" sldId="336"/>
        </pc:sldMkLst>
      </pc:sldChg>
      <pc:sldChg chg="del">
        <pc:chgData name="Saidamen Mambayao" userId="744fa6c53ac0aede" providerId="LiveId" clId="{7753CD73-5CC3-4C61-8351-DE7F963F2055}" dt="2024-04-27T05:09:50.936" v="44" actId="47"/>
        <pc:sldMkLst>
          <pc:docMk/>
          <pc:sldMk cId="1728429898" sldId="343"/>
        </pc:sldMkLst>
      </pc:sldChg>
      <pc:sldChg chg="modNotesTx">
        <pc:chgData name="Saidamen Mambayao" userId="744fa6c53ac0aede" providerId="LiveId" clId="{7753CD73-5CC3-4C61-8351-DE7F963F2055}" dt="2024-04-27T05:16:48.355" v="233" actId="6549"/>
        <pc:sldMkLst>
          <pc:docMk/>
          <pc:sldMk cId="2027772763" sldId="350"/>
        </pc:sldMkLst>
      </pc:sldChg>
      <pc:sldChg chg="del">
        <pc:chgData name="Saidamen Mambayao" userId="744fa6c53ac0aede" providerId="LiveId" clId="{7753CD73-5CC3-4C61-8351-DE7F963F2055}" dt="2024-04-27T05:09:20.837" v="10" actId="47"/>
        <pc:sldMkLst>
          <pc:docMk/>
          <pc:sldMk cId="2927017317" sldId="362"/>
        </pc:sldMkLst>
      </pc:sldChg>
      <pc:sldChg chg="del">
        <pc:chgData name="Saidamen Mambayao" userId="744fa6c53ac0aede" providerId="LiveId" clId="{7753CD73-5CC3-4C61-8351-DE7F963F2055}" dt="2024-04-27T05:09:20.806" v="9" actId="47"/>
        <pc:sldMkLst>
          <pc:docMk/>
          <pc:sldMk cId="4026901130" sldId="363"/>
        </pc:sldMkLst>
      </pc:sldChg>
      <pc:sldChg chg="del">
        <pc:chgData name="Saidamen Mambayao" userId="744fa6c53ac0aede" providerId="LiveId" clId="{7753CD73-5CC3-4C61-8351-DE7F963F2055}" dt="2024-04-27T05:09:20.776" v="8" actId="47"/>
        <pc:sldMkLst>
          <pc:docMk/>
          <pc:sldMk cId="354996814" sldId="364"/>
        </pc:sldMkLst>
      </pc:sldChg>
      <pc:sldChg chg="del">
        <pc:chgData name="Saidamen Mambayao" userId="744fa6c53ac0aede" providerId="LiveId" clId="{7753CD73-5CC3-4C61-8351-DE7F963F2055}" dt="2024-04-27T05:09:20.853" v="11" actId="47"/>
        <pc:sldMkLst>
          <pc:docMk/>
          <pc:sldMk cId="4405190" sldId="365"/>
        </pc:sldMkLst>
      </pc:sldChg>
      <pc:sldChg chg="del">
        <pc:chgData name="Saidamen Mambayao" userId="744fa6c53ac0aede" providerId="LiveId" clId="{7753CD73-5CC3-4C61-8351-DE7F963F2055}" dt="2024-04-27T05:09:20.727" v="7" actId="47"/>
        <pc:sldMkLst>
          <pc:docMk/>
          <pc:sldMk cId="3402805116" sldId="368"/>
        </pc:sldMkLst>
      </pc:sldChg>
      <pc:sldChg chg="del">
        <pc:chgData name="Saidamen Mambayao" userId="744fa6c53ac0aede" providerId="LiveId" clId="{7753CD73-5CC3-4C61-8351-DE7F963F2055}" dt="2024-04-27T05:09:20.901" v="13" actId="47"/>
        <pc:sldMkLst>
          <pc:docMk/>
          <pc:sldMk cId="2235606872" sldId="369"/>
        </pc:sldMkLst>
      </pc:sldChg>
      <pc:sldChg chg="del">
        <pc:chgData name="Saidamen Mambayao" userId="744fa6c53ac0aede" providerId="LiveId" clId="{7753CD73-5CC3-4C61-8351-DE7F963F2055}" dt="2024-04-27T05:09:20.965" v="14" actId="47"/>
        <pc:sldMkLst>
          <pc:docMk/>
          <pc:sldMk cId="3713697907" sldId="370"/>
        </pc:sldMkLst>
      </pc:sldChg>
      <pc:sldChg chg="del">
        <pc:chgData name="Saidamen Mambayao" userId="744fa6c53ac0aede" providerId="LiveId" clId="{7753CD73-5CC3-4C61-8351-DE7F963F2055}" dt="2024-04-27T05:09:21.019" v="15" actId="47"/>
        <pc:sldMkLst>
          <pc:docMk/>
          <pc:sldMk cId="3661636735" sldId="371"/>
        </pc:sldMkLst>
      </pc:sldChg>
      <pc:sldChg chg="del">
        <pc:chgData name="Saidamen Mambayao" userId="744fa6c53ac0aede" providerId="LiveId" clId="{7753CD73-5CC3-4C61-8351-DE7F963F2055}" dt="2024-04-27T05:09:21.035" v="16" actId="47"/>
        <pc:sldMkLst>
          <pc:docMk/>
          <pc:sldMk cId="3485807926" sldId="372"/>
        </pc:sldMkLst>
      </pc:sldChg>
      <pc:sldChg chg="del">
        <pc:chgData name="Saidamen Mambayao" userId="744fa6c53ac0aede" providerId="LiveId" clId="{7753CD73-5CC3-4C61-8351-DE7F963F2055}" dt="2024-04-27T05:09:21.051" v="17" actId="47"/>
        <pc:sldMkLst>
          <pc:docMk/>
          <pc:sldMk cId="2637292878" sldId="373"/>
        </pc:sldMkLst>
      </pc:sldChg>
      <pc:sldChg chg="add del">
        <pc:chgData name="Saidamen Mambayao" userId="744fa6c53ac0aede" providerId="LiveId" clId="{7753CD73-5CC3-4C61-8351-DE7F963F2055}" dt="2024-04-27T05:09:40.502" v="37" actId="47"/>
        <pc:sldMkLst>
          <pc:docMk/>
          <pc:sldMk cId="2294624852" sldId="374"/>
        </pc:sldMkLst>
      </pc:sldChg>
      <pc:sldChg chg="add del">
        <pc:chgData name="Saidamen Mambayao" userId="744fa6c53ac0aede" providerId="LiveId" clId="{7753CD73-5CC3-4C61-8351-DE7F963F2055}" dt="2024-04-27T05:09:41.505" v="38" actId="47"/>
        <pc:sldMkLst>
          <pc:docMk/>
          <pc:sldMk cId="456692178" sldId="375"/>
        </pc:sldMkLst>
      </pc:sldChg>
      <pc:sldChg chg="add del">
        <pc:chgData name="Saidamen Mambayao" userId="744fa6c53ac0aede" providerId="LiveId" clId="{7753CD73-5CC3-4C61-8351-DE7F963F2055}" dt="2024-04-27T05:09:41.922" v="39" actId="47"/>
        <pc:sldMkLst>
          <pc:docMk/>
          <pc:sldMk cId="3396594085" sldId="376"/>
        </pc:sldMkLst>
      </pc:sldChg>
      <pc:sldChg chg="add del">
        <pc:chgData name="Saidamen Mambayao" userId="744fa6c53ac0aede" providerId="LiveId" clId="{7753CD73-5CC3-4C61-8351-DE7F963F2055}" dt="2024-04-27T05:09:42.381" v="40" actId="47"/>
        <pc:sldMkLst>
          <pc:docMk/>
          <pc:sldMk cId="949383657" sldId="378"/>
        </pc:sldMkLst>
      </pc:sldChg>
      <pc:sldChg chg="add del">
        <pc:chgData name="Saidamen Mambayao" userId="744fa6c53ac0aede" providerId="LiveId" clId="{7753CD73-5CC3-4C61-8351-DE7F963F2055}" dt="2024-04-27T05:09:43.020" v="41" actId="47"/>
        <pc:sldMkLst>
          <pc:docMk/>
          <pc:sldMk cId="3870656022" sldId="379"/>
        </pc:sldMkLst>
      </pc:sldChg>
      <pc:sldChg chg="del">
        <pc:chgData name="Saidamen Mambayao" userId="744fa6c53ac0aede" providerId="LiveId" clId="{7753CD73-5CC3-4C61-8351-DE7F963F2055}" dt="2024-04-27T05:09:51.814" v="46" actId="47"/>
        <pc:sldMkLst>
          <pc:docMk/>
          <pc:sldMk cId="3754768935" sldId="380"/>
        </pc:sldMkLst>
      </pc:sldChg>
      <pc:sldChg chg="del">
        <pc:chgData name="Saidamen Mambayao" userId="744fa6c53ac0aede" providerId="LiveId" clId="{7753CD73-5CC3-4C61-8351-DE7F963F2055}" dt="2024-04-27T05:09:52.366" v="47" actId="47"/>
        <pc:sldMkLst>
          <pc:docMk/>
          <pc:sldMk cId="4042486739" sldId="381"/>
        </pc:sldMkLst>
      </pc:sldChg>
      <pc:sldChg chg="del">
        <pc:chgData name="Saidamen Mambayao" userId="744fa6c53ac0aede" providerId="LiveId" clId="{7753CD73-5CC3-4C61-8351-DE7F963F2055}" dt="2024-04-27T05:09:54.887" v="50" actId="47"/>
        <pc:sldMkLst>
          <pc:docMk/>
          <pc:sldMk cId="1303828010" sldId="383"/>
        </pc:sldMkLst>
      </pc:sldChg>
      <pc:sldChg chg="add del">
        <pc:chgData name="Saidamen Mambayao" userId="744fa6c53ac0aede" providerId="LiveId" clId="{7753CD73-5CC3-4C61-8351-DE7F963F2055}" dt="2024-04-27T05:09:43.742" v="42" actId="47"/>
        <pc:sldMkLst>
          <pc:docMk/>
          <pc:sldMk cId="3534588567" sldId="387"/>
        </pc:sldMkLst>
      </pc:sldChg>
      <pc:sldChg chg="del">
        <pc:chgData name="Saidamen Mambayao" userId="744fa6c53ac0aede" providerId="LiveId" clId="{7753CD73-5CC3-4C61-8351-DE7F963F2055}" dt="2024-04-27T05:09:51.377" v="45" actId="47"/>
        <pc:sldMkLst>
          <pc:docMk/>
          <pc:sldMk cId="1695787716" sldId="389"/>
        </pc:sldMkLst>
      </pc:sldChg>
      <pc:sldChg chg="del">
        <pc:chgData name="Saidamen Mambayao" userId="744fa6c53ac0aede" providerId="LiveId" clId="{7753CD73-5CC3-4C61-8351-DE7F963F2055}" dt="2024-04-27T05:09:52.871" v="48" actId="47"/>
        <pc:sldMkLst>
          <pc:docMk/>
          <pc:sldMk cId="1456802632" sldId="390"/>
        </pc:sldMkLst>
      </pc:sldChg>
      <pc:sldChg chg="del">
        <pc:chgData name="Saidamen Mambayao" userId="744fa6c53ac0aede" providerId="LiveId" clId="{7753CD73-5CC3-4C61-8351-DE7F963F2055}" dt="2024-04-27T05:09:54.435" v="49" actId="47"/>
        <pc:sldMkLst>
          <pc:docMk/>
          <pc:sldMk cId="3825913745" sldId="393"/>
        </pc:sldMkLst>
      </pc:sldChg>
      <pc:sldChg chg="del">
        <pc:chgData name="Saidamen Mambayao" userId="744fa6c53ac0aede" providerId="LiveId" clId="{7753CD73-5CC3-4C61-8351-DE7F963F2055}" dt="2024-04-27T05:09:20.584" v="3" actId="47"/>
        <pc:sldMkLst>
          <pc:docMk/>
          <pc:sldMk cId="2258289027" sldId="410"/>
        </pc:sldMkLst>
      </pc:sldChg>
      <pc:sldChg chg="del">
        <pc:chgData name="Saidamen Mambayao" userId="744fa6c53ac0aede" providerId="LiveId" clId="{7753CD73-5CC3-4C61-8351-DE7F963F2055}" dt="2024-04-27T05:09:20.632" v="4" actId="47"/>
        <pc:sldMkLst>
          <pc:docMk/>
          <pc:sldMk cId="541352604" sldId="411"/>
        </pc:sldMkLst>
      </pc:sldChg>
      <pc:sldChg chg="del">
        <pc:chgData name="Saidamen Mambayao" userId="744fa6c53ac0aede" providerId="LiveId" clId="{7753CD73-5CC3-4C61-8351-DE7F963F2055}" dt="2024-04-27T05:09:20.679" v="6" actId="47"/>
        <pc:sldMkLst>
          <pc:docMk/>
          <pc:sldMk cId="3596493830" sldId="415"/>
        </pc:sldMkLst>
      </pc:sldChg>
      <pc:sldChg chg="del">
        <pc:chgData name="Saidamen Mambayao" userId="744fa6c53ac0aede" providerId="LiveId" clId="{7753CD73-5CC3-4C61-8351-DE7F963F2055}" dt="2024-04-27T05:10:04.903" v="54" actId="47"/>
        <pc:sldMkLst>
          <pc:docMk/>
          <pc:sldMk cId="3201754607" sldId="427"/>
        </pc:sldMkLst>
      </pc:sldChg>
      <pc:sldChg chg="del">
        <pc:chgData name="Saidamen Mambayao" userId="744fa6c53ac0aede" providerId="LiveId" clId="{7753CD73-5CC3-4C61-8351-DE7F963F2055}" dt="2024-04-27T05:10:08.660" v="67" actId="47"/>
        <pc:sldMkLst>
          <pc:docMk/>
          <pc:sldMk cId="2252330837" sldId="428"/>
        </pc:sldMkLst>
      </pc:sldChg>
      <pc:sldChg chg="del">
        <pc:chgData name="Saidamen Mambayao" userId="744fa6c53ac0aede" providerId="LiveId" clId="{7753CD73-5CC3-4C61-8351-DE7F963F2055}" dt="2024-04-27T05:10:18.086" v="82" actId="47"/>
        <pc:sldMkLst>
          <pc:docMk/>
          <pc:sldMk cId="2706284981" sldId="429"/>
        </pc:sldMkLst>
      </pc:sldChg>
      <pc:sldChg chg="del">
        <pc:chgData name="Saidamen Mambayao" userId="744fa6c53ac0aede" providerId="LiveId" clId="{7753CD73-5CC3-4C61-8351-DE7F963F2055}" dt="2024-04-27T05:10:25.403" v="92" actId="47"/>
        <pc:sldMkLst>
          <pc:docMk/>
          <pc:sldMk cId="3536285753" sldId="430"/>
        </pc:sldMkLst>
      </pc:sldChg>
      <pc:sldChg chg="del">
        <pc:chgData name="Saidamen Mambayao" userId="744fa6c53ac0aede" providerId="LiveId" clId="{7753CD73-5CC3-4C61-8351-DE7F963F2055}" dt="2024-04-27T05:10:29.068" v="102" actId="47"/>
        <pc:sldMkLst>
          <pc:docMk/>
          <pc:sldMk cId="1108276079" sldId="431"/>
        </pc:sldMkLst>
      </pc:sldChg>
      <pc:sldChg chg="del">
        <pc:chgData name="Saidamen Mambayao" userId="744fa6c53ac0aede" providerId="LiveId" clId="{7753CD73-5CC3-4C61-8351-DE7F963F2055}" dt="2024-04-27T05:10:05.387" v="56" actId="47"/>
        <pc:sldMkLst>
          <pc:docMk/>
          <pc:sldMk cId="2910001679" sldId="432"/>
        </pc:sldMkLst>
      </pc:sldChg>
      <pc:sldChg chg="del">
        <pc:chgData name="Saidamen Mambayao" userId="744fa6c53ac0aede" providerId="LiveId" clId="{7753CD73-5CC3-4C61-8351-DE7F963F2055}" dt="2024-04-27T05:10:06.312" v="58" actId="47"/>
        <pc:sldMkLst>
          <pc:docMk/>
          <pc:sldMk cId="283167759" sldId="433"/>
        </pc:sldMkLst>
      </pc:sldChg>
      <pc:sldChg chg="del">
        <pc:chgData name="Saidamen Mambayao" userId="744fa6c53ac0aede" providerId="LiveId" clId="{7753CD73-5CC3-4C61-8351-DE7F963F2055}" dt="2024-04-27T05:10:06.334" v="59" actId="47"/>
        <pc:sldMkLst>
          <pc:docMk/>
          <pc:sldMk cId="3971667879" sldId="434"/>
        </pc:sldMkLst>
      </pc:sldChg>
      <pc:sldChg chg="del">
        <pc:chgData name="Saidamen Mambayao" userId="744fa6c53ac0aede" providerId="LiveId" clId="{7753CD73-5CC3-4C61-8351-DE7F963F2055}" dt="2024-04-27T05:10:09.179" v="69" actId="47"/>
        <pc:sldMkLst>
          <pc:docMk/>
          <pc:sldMk cId="1241565013" sldId="435"/>
        </pc:sldMkLst>
      </pc:sldChg>
      <pc:sldChg chg="del">
        <pc:chgData name="Saidamen Mambayao" userId="744fa6c53ac0aede" providerId="LiveId" clId="{7753CD73-5CC3-4C61-8351-DE7F963F2055}" dt="2024-04-27T05:10:30.777" v="104" actId="47"/>
        <pc:sldMkLst>
          <pc:docMk/>
          <pc:sldMk cId="2364674169" sldId="436"/>
        </pc:sldMkLst>
      </pc:sldChg>
      <pc:sldChg chg="del">
        <pc:chgData name="Saidamen Mambayao" userId="744fa6c53ac0aede" providerId="LiveId" clId="{7753CD73-5CC3-4C61-8351-DE7F963F2055}" dt="2024-04-27T05:10:06.403" v="61" actId="47"/>
        <pc:sldMkLst>
          <pc:docMk/>
          <pc:sldMk cId="2916692780" sldId="441"/>
        </pc:sldMkLst>
      </pc:sldChg>
      <pc:sldChg chg="del">
        <pc:chgData name="Saidamen Mambayao" userId="744fa6c53ac0aede" providerId="LiveId" clId="{7753CD73-5CC3-4C61-8351-DE7F963F2055}" dt="2024-04-27T05:10:10.970" v="76" actId="47"/>
        <pc:sldMkLst>
          <pc:docMk/>
          <pc:sldMk cId="82306569" sldId="442"/>
        </pc:sldMkLst>
      </pc:sldChg>
      <pc:sldChg chg="del">
        <pc:chgData name="Saidamen Mambayao" userId="744fa6c53ac0aede" providerId="LiveId" clId="{7753CD73-5CC3-4C61-8351-DE7F963F2055}" dt="2024-04-27T05:10:23.616" v="86" actId="47"/>
        <pc:sldMkLst>
          <pc:docMk/>
          <pc:sldMk cId="2564469598" sldId="443"/>
        </pc:sldMkLst>
      </pc:sldChg>
      <pc:sldChg chg="del">
        <pc:chgData name="Saidamen Mambayao" userId="744fa6c53ac0aede" providerId="LiveId" clId="{7753CD73-5CC3-4C61-8351-DE7F963F2055}" dt="2024-04-27T05:10:26.244" v="96" actId="47"/>
        <pc:sldMkLst>
          <pc:docMk/>
          <pc:sldMk cId="2845413655" sldId="444"/>
        </pc:sldMkLst>
      </pc:sldChg>
      <pc:sldChg chg="del">
        <pc:chgData name="Saidamen Mambayao" userId="744fa6c53ac0aede" providerId="LiveId" clId="{7753CD73-5CC3-4C61-8351-DE7F963F2055}" dt="2024-04-27T05:10:33.552" v="107" actId="47"/>
        <pc:sldMkLst>
          <pc:docMk/>
          <pc:sldMk cId="956787831" sldId="445"/>
        </pc:sldMkLst>
      </pc:sldChg>
      <pc:sldChg chg="del">
        <pc:chgData name="Saidamen Mambayao" userId="744fa6c53ac0aede" providerId="LiveId" clId="{7753CD73-5CC3-4C61-8351-DE7F963F2055}" dt="2024-04-27T05:09:19.669" v="0" actId="47"/>
        <pc:sldMkLst>
          <pc:docMk/>
          <pc:sldMk cId="2867199529" sldId="446"/>
        </pc:sldMkLst>
      </pc:sldChg>
      <pc:sldChg chg="del">
        <pc:chgData name="Saidamen Mambayao" userId="744fa6c53ac0aede" providerId="LiveId" clId="{7753CD73-5CC3-4C61-8351-DE7F963F2055}" dt="2024-04-27T05:09:21.887" v="19" actId="47"/>
        <pc:sldMkLst>
          <pc:docMk/>
          <pc:sldMk cId="1331596467" sldId="453"/>
        </pc:sldMkLst>
      </pc:sldChg>
      <pc:sldChg chg="del">
        <pc:chgData name="Saidamen Mambayao" userId="744fa6c53ac0aede" providerId="LiveId" clId="{7753CD73-5CC3-4C61-8351-DE7F963F2055}" dt="2024-04-27T05:10:11.179" v="77" actId="47"/>
        <pc:sldMkLst>
          <pc:docMk/>
          <pc:sldMk cId="3843479900" sldId="470"/>
        </pc:sldMkLst>
      </pc:sldChg>
      <pc:sldChg chg="del">
        <pc:chgData name="Saidamen Mambayao" userId="744fa6c53ac0aede" providerId="LiveId" clId="{7753CD73-5CC3-4C61-8351-DE7F963F2055}" dt="2024-04-27T05:10:23.994" v="87" actId="47"/>
        <pc:sldMkLst>
          <pc:docMk/>
          <pc:sldMk cId="231263151" sldId="471"/>
        </pc:sldMkLst>
      </pc:sldChg>
      <pc:sldChg chg="del">
        <pc:chgData name="Saidamen Mambayao" userId="744fa6c53ac0aede" providerId="LiveId" clId="{7753CD73-5CC3-4C61-8351-DE7F963F2055}" dt="2024-04-27T05:10:27.307" v="98" actId="47"/>
        <pc:sldMkLst>
          <pc:docMk/>
          <pc:sldMk cId="2515266875" sldId="472"/>
        </pc:sldMkLst>
      </pc:sldChg>
      <pc:sldChg chg="del">
        <pc:chgData name="Saidamen Mambayao" userId="744fa6c53ac0aede" providerId="LiveId" clId="{7753CD73-5CC3-4C61-8351-DE7F963F2055}" dt="2024-04-27T05:10:34.888" v="108" actId="47"/>
        <pc:sldMkLst>
          <pc:docMk/>
          <pc:sldMk cId="4057054793" sldId="473"/>
        </pc:sldMkLst>
      </pc:sldChg>
      <pc:sldChg chg="del">
        <pc:chgData name="Saidamen Mambayao" userId="744fa6c53ac0aede" providerId="LiveId" clId="{7753CD73-5CC3-4C61-8351-DE7F963F2055}" dt="2024-04-27T05:09:22.074" v="20" actId="47"/>
        <pc:sldMkLst>
          <pc:docMk/>
          <pc:sldMk cId="3241139498" sldId="475"/>
        </pc:sldMkLst>
      </pc:sldChg>
      <pc:sldChg chg="add del">
        <pc:chgData name="Saidamen Mambayao" userId="744fa6c53ac0aede" providerId="LiveId" clId="{7753CD73-5CC3-4C61-8351-DE7F963F2055}" dt="2024-04-27T05:09:28.195" v="36" actId="47"/>
        <pc:sldMkLst>
          <pc:docMk/>
          <pc:sldMk cId="3594507197" sldId="476"/>
        </pc:sldMkLst>
      </pc:sldChg>
      <pc:sldChg chg="del">
        <pc:chgData name="Saidamen Mambayao" userId="744fa6c53ac0aede" providerId="LiveId" clId="{7753CD73-5CC3-4C61-8351-DE7F963F2055}" dt="2024-04-27T05:10:06.429" v="62" actId="47"/>
        <pc:sldMkLst>
          <pc:docMk/>
          <pc:sldMk cId="553692355" sldId="477"/>
        </pc:sldMkLst>
      </pc:sldChg>
      <pc:sldChg chg="del">
        <pc:chgData name="Saidamen Mambayao" userId="744fa6c53ac0aede" providerId="LiveId" clId="{7753CD73-5CC3-4C61-8351-DE7F963F2055}" dt="2024-04-27T05:10:06.463" v="63" actId="47"/>
        <pc:sldMkLst>
          <pc:docMk/>
          <pc:sldMk cId="180714175" sldId="478"/>
        </pc:sldMkLst>
      </pc:sldChg>
      <pc:sldChg chg="del">
        <pc:chgData name="Saidamen Mambayao" userId="744fa6c53ac0aede" providerId="LiveId" clId="{7753CD73-5CC3-4C61-8351-DE7F963F2055}" dt="2024-04-27T05:10:06.492" v="64" actId="47"/>
        <pc:sldMkLst>
          <pc:docMk/>
          <pc:sldMk cId="3835538748" sldId="479"/>
        </pc:sldMkLst>
      </pc:sldChg>
      <pc:sldChg chg="del">
        <pc:chgData name="Saidamen Mambayao" userId="744fa6c53ac0aede" providerId="LiveId" clId="{7753CD73-5CC3-4C61-8351-DE7F963F2055}" dt="2024-04-27T05:10:11.504" v="78" actId="47"/>
        <pc:sldMkLst>
          <pc:docMk/>
          <pc:sldMk cId="344161595" sldId="480"/>
        </pc:sldMkLst>
      </pc:sldChg>
      <pc:sldChg chg="del">
        <pc:chgData name="Saidamen Mambayao" userId="744fa6c53ac0aede" providerId="LiveId" clId="{7753CD73-5CC3-4C61-8351-DE7F963F2055}" dt="2024-04-27T05:10:09.543" v="71" actId="47"/>
        <pc:sldMkLst>
          <pc:docMk/>
          <pc:sldMk cId="463294383" sldId="481"/>
        </pc:sldMkLst>
      </pc:sldChg>
      <pc:sldChg chg="del">
        <pc:chgData name="Saidamen Mambayao" userId="744fa6c53ac0aede" providerId="LiveId" clId="{7753CD73-5CC3-4C61-8351-DE7F963F2055}" dt="2024-04-27T05:10:13.696" v="79" actId="47"/>
        <pc:sldMkLst>
          <pc:docMk/>
          <pc:sldMk cId="2295713540" sldId="482"/>
        </pc:sldMkLst>
      </pc:sldChg>
      <pc:sldChg chg="del">
        <pc:chgData name="Saidamen Mambayao" userId="744fa6c53ac0aede" providerId="LiveId" clId="{7753CD73-5CC3-4C61-8351-DE7F963F2055}" dt="2024-04-27T05:10:24.229" v="88" actId="47"/>
        <pc:sldMkLst>
          <pc:docMk/>
          <pc:sldMk cId="294162497" sldId="483"/>
        </pc:sldMkLst>
      </pc:sldChg>
      <pc:sldChg chg="del">
        <pc:chgData name="Saidamen Mambayao" userId="744fa6c53ac0aede" providerId="LiveId" clId="{7753CD73-5CC3-4C61-8351-DE7F963F2055}" dt="2024-04-27T05:10:24.469" v="89" actId="47"/>
        <pc:sldMkLst>
          <pc:docMk/>
          <pc:sldMk cId="851744989" sldId="484"/>
        </pc:sldMkLst>
      </pc:sldChg>
      <pc:sldChg chg="del">
        <pc:chgData name="Saidamen Mambayao" userId="744fa6c53ac0aede" providerId="LiveId" clId="{7753CD73-5CC3-4C61-8351-DE7F963F2055}" dt="2024-04-27T05:10:27.001" v="97" actId="47"/>
        <pc:sldMkLst>
          <pc:docMk/>
          <pc:sldMk cId="3134598839" sldId="485"/>
        </pc:sldMkLst>
      </pc:sldChg>
      <pc:sldChg chg="del">
        <pc:chgData name="Saidamen Mambayao" userId="744fa6c53ac0aede" providerId="LiveId" clId="{7753CD73-5CC3-4C61-8351-DE7F963F2055}" dt="2024-04-27T05:10:27.569" v="99" actId="47"/>
        <pc:sldMkLst>
          <pc:docMk/>
          <pc:sldMk cId="3960777891" sldId="486"/>
        </pc:sldMkLst>
      </pc:sldChg>
      <pc:sldChg chg="del">
        <pc:chgData name="Saidamen Mambayao" userId="744fa6c53ac0aede" providerId="LiveId" clId="{7753CD73-5CC3-4C61-8351-DE7F963F2055}" dt="2024-04-27T05:10:35.165" v="109" actId="47"/>
        <pc:sldMkLst>
          <pc:docMk/>
          <pc:sldMk cId="2121656306" sldId="487"/>
        </pc:sldMkLst>
      </pc:sldChg>
      <pc:sldChg chg="del">
        <pc:chgData name="Saidamen Mambayao" userId="744fa6c53ac0aede" providerId="LiveId" clId="{7753CD73-5CC3-4C61-8351-DE7F963F2055}" dt="2024-04-27T05:10:36.321" v="110" actId="47"/>
        <pc:sldMkLst>
          <pc:docMk/>
          <pc:sldMk cId="4031247905" sldId="488"/>
        </pc:sldMkLst>
      </pc:sldChg>
      <pc:sldChg chg="del">
        <pc:chgData name="Saidamen Mambayao" userId="744fa6c53ac0aede" providerId="LiveId" clId="{7753CD73-5CC3-4C61-8351-DE7F963F2055}" dt="2024-04-27T05:10:09.935" v="73" actId="47"/>
        <pc:sldMkLst>
          <pc:docMk/>
          <pc:sldMk cId="109064874" sldId="489"/>
        </pc:sldMkLst>
      </pc:sldChg>
      <pc:sldChg chg="del">
        <pc:chgData name="Saidamen Mambayao" userId="744fa6c53ac0aede" providerId="LiveId" clId="{7753CD73-5CC3-4C61-8351-DE7F963F2055}" dt="2024-04-27T05:10:10.358" v="74" actId="47"/>
        <pc:sldMkLst>
          <pc:docMk/>
          <pc:sldMk cId="2832551619" sldId="490"/>
        </pc:sldMkLst>
      </pc:sldChg>
      <pc:sldChg chg="del">
        <pc:chgData name="Saidamen Mambayao" userId="744fa6c53ac0aede" providerId="LiveId" clId="{7753CD73-5CC3-4C61-8351-DE7F963F2055}" dt="2024-04-27T05:10:09.724" v="72" actId="47"/>
        <pc:sldMkLst>
          <pc:docMk/>
          <pc:sldMk cId="4246373935" sldId="491"/>
        </pc:sldMkLst>
      </pc:sldChg>
      <pc:sldChg chg="modSp mod">
        <pc:chgData name="Saidamen Mambayao" userId="744fa6c53ac0aede" providerId="LiveId" clId="{7753CD73-5CC3-4C61-8351-DE7F963F2055}" dt="2024-04-27T05:17:32.380" v="237" actId="2711"/>
        <pc:sldMkLst>
          <pc:docMk/>
          <pc:sldMk cId="3481845166" sldId="492"/>
        </pc:sldMkLst>
        <pc:spChg chg="mod">
          <ac:chgData name="Saidamen Mambayao" userId="744fa6c53ac0aede" providerId="LiveId" clId="{7753CD73-5CC3-4C61-8351-DE7F963F2055}" dt="2024-04-27T05:10:56.854" v="121" actId="207"/>
          <ac:spMkLst>
            <pc:docMk/>
            <pc:sldMk cId="3481845166" sldId="492"/>
            <ac:spMk id="2" creationId="{E7B69893-2723-F78B-819C-4A99AC5AD3E2}"/>
          </ac:spMkLst>
        </pc:spChg>
        <pc:spChg chg="mod">
          <ac:chgData name="Saidamen Mambayao" userId="744fa6c53ac0aede" providerId="LiveId" clId="{7753CD73-5CC3-4C61-8351-DE7F963F2055}" dt="2024-04-27T05:17:32.380" v="237" actId="2711"/>
          <ac:spMkLst>
            <pc:docMk/>
            <pc:sldMk cId="3481845166" sldId="492"/>
            <ac:spMk id="3" creationId="{01FED288-F1A1-D7AD-538F-80B8EA756113}"/>
          </ac:spMkLst>
        </pc:spChg>
      </pc:sldChg>
      <pc:sldChg chg="modSp add mod">
        <pc:chgData name="Saidamen Mambayao" userId="744fa6c53ac0aede" providerId="LiveId" clId="{7753CD73-5CC3-4C61-8351-DE7F963F2055}" dt="2024-04-27T05:11:38.131" v="135" actId="1076"/>
        <pc:sldMkLst>
          <pc:docMk/>
          <pc:sldMk cId="2144089432" sldId="493"/>
        </pc:sldMkLst>
        <pc:spChg chg="mod">
          <ac:chgData name="Saidamen Mambayao" userId="744fa6c53ac0aede" providerId="LiveId" clId="{7753CD73-5CC3-4C61-8351-DE7F963F2055}" dt="2024-04-27T05:11:01.968" v="123" actId="403"/>
          <ac:spMkLst>
            <pc:docMk/>
            <pc:sldMk cId="2144089432" sldId="493"/>
            <ac:spMk id="2" creationId="{E7B69893-2723-F78B-819C-4A99AC5AD3E2}"/>
          </ac:spMkLst>
        </pc:spChg>
        <pc:spChg chg="mod">
          <ac:chgData name="Saidamen Mambayao" userId="744fa6c53ac0aede" providerId="LiveId" clId="{7753CD73-5CC3-4C61-8351-DE7F963F2055}" dt="2024-04-27T05:11:38.131" v="135" actId="1076"/>
          <ac:spMkLst>
            <pc:docMk/>
            <pc:sldMk cId="2144089432" sldId="493"/>
            <ac:spMk id="3" creationId="{01FED288-F1A1-D7AD-538F-80B8EA756113}"/>
          </ac:spMkLst>
        </pc:spChg>
      </pc:sldChg>
      <pc:sldChg chg="modSp add mod modNotesTx">
        <pc:chgData name="Saidamen Mambayao" userId="744fa6c53ac0aede" providerId="LiveId" clId="{7753CD73-5CC3-4C61-8351-DE7F963F2055}" dt="2024-04-27T05:16:12.982" v="225" actId="6549"/>
        <pc:sldMkLst>
          <pc:docMk/>
          <pc:sldMk cId="1081618408" sldId="494"/>
        </pc:sldMkLst>
        <pc:spChg chg="mod">
          <ac:chgData name="Saidamen Mambayao" userId="744fa6c53ac0aede" providerId="LiveId" clId="{7753CD73-5CC3-4C61-8351-DE7F963F2055}" dt="2024-04-27T05:12:03.565" v="172" actId="404"/>
          <ac:spMkLst>
            <pc:docMk/>
            <pc:sldMk cId="1081618408" sldId="494"/>
            <ac:spMk id="2" creationId="{E7B69893-2723-F78B-819C-4A99AC5AD3E2}"/>
          </ac:spMkLst>
        </pc:spChg>
        <pc:spChg chg="mod">
          <ac:chgData name="Saidamen Mambayao" userId="744fa6c53ac0aede" providerId="LiveId" clId="{7753CD73-5CC3-4C61-8351-DE7F963F2055}" dt="2024-04-27T05:15:39.255" v="224" actId="20577"/>
          <ac:spMkLst>
            <pc:docMk/>
            <pc:sldMk cId="1081618408" sldId="494"/>
            <ac:spMk id="3" creationId="{01FED288-F1A1-D7AD-538F-80B8EA756113}"/>
          </ac:spMkLst>
        </pc:spChg>
      </pc:sldChg>
      <pc:sldChg chg="modSp add mod modNotesTx">
        <pc:chgData name="Saidamen Mambayao" userId="744fa6c53ac0aede" providerId="LiveId" clId="{7753CD73-5CC3-4C61-8351-DE7F963F2055}" dt="2024-04-27T05:16:18.254" v="226" actId="6549"/>
        <pc:sldMkLst>
          <pc:docMk/>
          <pc:sldMk cId="3993053970" sldId="495"/>
        </pc:sldMkLst>
        <pc:spChg chg="mod">
          <ac:chgData name="Saidamen Mambayao" userId="744fa6c53ac0aede" providerId="LiveId" clId="{7753CD73-5CC3-4C61-8351-DE7F963F2055}" dt="2024-04-27T05:15:35.238" v="222" actId="20577"/>
          <ac:spMkLst>
            <pc:docMk/>
            <pc:sldMk cId="3993053970" sldId="495"/>
            <ac:spMk id="3" creationId="{01FED288-F1A1-D7AD-538F-80B8EA756113}"/>
          </ac:spMkLst>
        </pc:spChg>
      </pc:sldChg>
      <pc:sldChg chg="modSp add mod modNotesTx">
        <pc:chgData name="Saidamen Mambayao" userId="744fa6c53ac0aede" providerId="LiveId" clId="{7753CD73-5CC3-4C61-8351-DE7F963F2055}" dt="2024-04-27T05:16:20.238" v="227" actId="6549"/>
        <pc:sldMkLst>
          <pc:docMk/>
          <pc:sldMk cId="1923455140" sldId="496"/>
        </pc:sldMkLst>
        <pc:spChg chg="mod">
          <ac:chgData name="Saidamen Mambayao" userId="744fa6c53ac0aede" providerId="LiveId" clId="{7753CD73-5CC3-4C61-8351-DE7F963F2055}" dt="2024-04-27T05:15:32.174" v="220" actId="20577"/>
          <ac:spMkLst>
            <pc:docMk/>
            <pc:sldMk cId="1923455140" sldId="496"/>
            <ac:spMk id="3" creationId="{01FED288-F1A1-D7AD-538F-80B8EA756113}"/>
          </ac:spMkLst>
        </pc:spChg>
      </pc:sldChg>
      <pc:sldChg chg="modSp add mod modNotesTx">
        <pc:chgData name="Saidamen Mambayao" userId="744fa6c53ac0aede" providerId="LiveId" clId="{7753CD73-5CC3-4C61-8351-DE7F963F2055}" dt="2024-04-27T05:16:22.660" v="228" actId="6549"/>
        <pc:sldMkLst>
          <pc:docMk/>
          <pc:sldMk cId="1455772555" sldId="497"/>
        </pc:sldMkLst>
        <pc:spChg chg="mod">
          <ac:chgData name="Saidamen Mambayao" userId="744fa6c53ac0aede" providerId="LiveId" clId="{7753CD73-5CC3-4C61-8351-DE7F963F2055}" dt="2024-04-27T05:15:27.870" v="218" actId="20577"/>
          <ac:spMkLst>
            <pc:docMk/>
            <pc:sldMk cId="1455772555" sldId="497"/>
            <ac:spMk id="3" creationId="{01FED288-F1A1-D7AD-538F-80B8EA756113}"/>
          </ac:spMkLst>
        </pc:spChg>
      </pc:sldChg>
      <pc:sldChg chg="modSp add mod modNotesTx">
        <pc:chgData name="Saidamen Mambayao" userId="744fa6c53ac0aede" providerId="LiveId" clId="{7753CD73-5CC3-4C61-8351-DE7F963F2055}" dt="2024-04-27T05:16:25.111" v="229" actId="6549"/>
        <pc:sldMkLst>
          <pc:docMk/>
          <pc:sldMk cId="1911579942" sldId="498"/>
        </pc:sldMkLst>
        <pc:spChg chg="mod">
          <ac:chgData name="Saidamen Mambayao" userId="744fa6c53ac0aede" providerId="LiveId" clId="{7753CD73-5CC3-4C61-8351-DE7F963F2055}" dt="2024-04-27T05:15:25.275" v="216" actId="20577"/>
          <ac:spMkLst>
            <pc:docMk/>
            <pc:sldMk cId="1911579942" sldId="498"/>
            <ac:spMk id="3" creationId="{01FED288-F1A1-D7AD-538F-80B8EA756113}"/>
          </ac:spMkLst>
        </pc:spChg>
      </pc:sldChg>
      <pc:sldChg chg="modSp add mod modNotesTx">
        <pc:chgData name="Saidamen Mambayao" userId="744fa6c53ac0aede" providerId="LiveId" clId="{7753CD73-5CC3-4C61-8351-DE7F963F2055}" dt="2024-04-27T05:16:27.594" v="230" actId="6549"/>
        <pc:sldMkLst>
          <pc:docMk/>
          <pc:sldMk cId="2768387547" sldId="499"/>
        </pc:sldMkLst>
        <pc:spChg chg="mod">
          <ac:chgData name="Saidamen Mambayao" userId="744fa6c53ac0aede" providerId="LiveId" clId="{7753CD73-5CC3-4C61-8351-DE7F963F2055}" dt="2024-04-27T05:15:22.784" v="214" actId="20577"/>
          <ac:spMkLst>
            <pc:docMk/>
            <pc:sldMk cId="2768387547" sldId="499"/>
            <ac:spMk id="3" creationId="{01FED288-F1A1-D7AD-538F-80B8EA756113}"/>
          </ac:spMkLst>
        </pc:spChg>
      </pc:sldChg>
      <pc:sldChg chg="modSp add mod modNotesTx">
        <pc:chgData name="Saidamen Mambayao" userId="744fa6c53ac0aede" providerId="LiveId" clId="{7753CD73-5CC3-4C61-8351-DE7F963F2055}" dt="2024-04-27T05:16:30.614" v="231" actId="6549"/>
        <pc:sldMkLst>
          <pc:docMk/>
          <pc:sldMk cId="4191342001" sldId="500"/>
        </pc:sldMkLst>
        <pc:spChg chg="mod">
          <ac:chgData name="Saidamen Mambayao" userId="744fa6c53ac0aede" providerId="LiveId" clId="{7753CD73-5CC3-4C61-8351-DE7F963F2055}" dt="2024-04-27T05:15:19.830" v="212" actId="20577"/>
          <ac:spMkLst>
            <pc:docMk/>
            <pc:sldMk cId="4191342001" sldId="500"/>
            <ac:spMk id="3" creationId="{01FED288-F1A1-D7AD-538F-80B8EA756113}"/>
          </ac:spMkLst>
        </pc:spChg>
      </pc:sldChg>
      <pc:sldChg chg="modSp add mod modNotesTx">
        <pc:chgData name="Saidamen Mambayao" userId="744fa6c53ac0aede" providerId="LiveId" clId="{7753CD73-5CC3-4C61-8351-DE7F963F2055}" dt="2024-04-27T05:16:34.174" v="232" actId="6549"/>
        <pc:sldMkLst>
          <pc:docMk/>
          <pc:sldMk cId="1211759195" sldId="501"/>
        </pc:sldMkLst>
        <pc:spChg chg="mod">
          <ac:chgData name="Saidamen Mambayao" userId="744fa6c53ac0aede" providerId="LiveId" clId="{7753CD73-5CC3-4C61-8351-DE7F963F2055}" dt="2024-04-27T05:15:15.405" v="210" actId="20577"/>
          <ac:spMkLst>
            <pc:docMk/>
            <pc:sldMk cId="1211759195" sldId="501"/>
            <ac:spMk id="3" creationId="{01FED288-F1A1-D7AD-538F-80B8EA756113}"/>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image" Target="../media/image8.svg"/><Relationship Id="rId16" Type="http://schemas.openxmlformats.org/officeDocument/2006/relationships/image" Target="../media/image22.svg"/><Relationship Id="rId20" Type="http://schemas.openxmlformats.org/officeDocument/2006/relationships/image" Target="../media/image26.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19"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F3B0DC-2E52-41F1-9F2C-31EA5501BED8}" type="doc">
      <dgm:prSet loTypeId="urn:microsoft.com/office/officeart/2008/layout/AscendingPictureAccentProcess" loCatId="process" qsTypeId="urn:microsoft.com/office/officeart/2005/8/quickstyle/simple1" qsCatId="simple" csTypeId="urn:microsoft.com/office/officeart/2005/8/colors/accent1_2" csCatId="accent1" phldr="1"/>
      <dgm:spPr/>
      <dgm:t>
        <a:bodyPr/>
        <a:lstStyle/>
        <a:p>
          <a:endParaRPr lang="en-US"/>
        </a:p>
      </dgm:t>
    </dgm:pt>
    <dgm:pt modelId="{A115FE99-B83E-4E07-9850-EE4046647233}">
      <dgm:prSet phldrT="[Text]"/>
      <dgm:spPr/>
      <dgm:t>
        <a:bodyPr/>
        <a:lstStyle/>
        <a:p>
          <a:r>
            <a:rPr lang="en-US" b="1"/>
            <a:t>Step 1</a:t>
          </a:r>
        </a:p>
      </dgm:t>
    </dgm:pt>
    <dgm:pt modelId="{49E12474-2927-433C-94CE-7D0EF8C0FC57}" type="parTrans" cxnId="{A26723FB-1C8B-48D5-B1FA-E2D432398DCB}">
      <dgm:prSet/>
      <dgm:spPr/>
      <dgm:t>
        <a:bodyPr/>
        <a:lstStyle/>
        <a:p>
          <a:endParaRPr lang="en-US"/>
        </a:p>
      </dgm:t>
    </dgm:pt>
    <dgm:pt modelId="{4D0B5D13-E4E5-4636-84B6-83C06C9A0316}" type="sibTrans" cxnId="{A26723FB-1C8B-48D5-B1FA-E2D432398DCB}">
      <dgm:prSet/>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t>
        <a:bodyPr/>
        <a:lstStyle/>
        <a:p>
          <a:endParaRPr lang="en-US"/>
        </a:p>
      </dgm:t>
      <dgm:extLst>
        <a:ext uri="{E40237B7-FDA0-4F09-8148-C483321AD2D9}">
          <dgm14:cNvPr xmlns:dgm14="http://schemas.microsoft.com/office/drawing/2010/diagram" id="0" name="" descr="Lightbulb and gear with solid fill"/>
        </a:ext>
      </dgm:extLst>
    </dgm:pt>
    <dgm:pt modelId="{6A93B429-3AD3-4C7F-A7EE-D97E202FC153}">
      <dgm:prSet phldrT="[Text]"/>
      <dgm:spPr/>
      <dgm:t>
        <a:bodyPr/>
        <a:lstStyle/>
        <a:p>
          <a:r>
            <a:rPr lang="en-US" b="1"/>
            <a:t>Step 2</a:t>
          </a:r>
        </a:p>
      </dgm:t>
    </dgm:pt>
    <dgm:pt modelId="{E235B8ED-FC9C-41B0-B058-017D8517D354}" type="parTrans" cxnId="{739E7FE8-25F8-411A-A5BE-32802501A3D6}">
      <dgm:prSet/>
      <dgm:spPr/>
      <dgm:t>
        <a:bodyPr/>
        <a:lstStyle/>
        <a:p>
          <a:endParaRPr lang="en-US"/>
        </a:p>
      </dgm:t>
    </dgm:pt>
    <dgm:pt modelId="{40AAA568-2EDC-42DC-937E-16DF816B0590}" type="sibTrans" cxnId="{739E7FE8-25F8-411A-A5BE-32802501A3D6}">
      <dgm:prSet/>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t>
        <a:bodyPr/>
        <a:lstStyle/>
        <a:p>
          <a:endParaRPr lang="en-US"/>
        </a:p>
      </dgm:t>
      <dgm:extLst>
        <a:ext uri="{E40237B7-FDA0-4F09-8148-C483321AD2D9}">
          <dgm14:cNvPr xmlns:dgm14="http://schemas.microsoft.com/office/drawing/2010/diagram" id="0" name="" descr="Iceberg with solid fill"/>
        </a:ext>
      </dgm:extLst>
    </dgm:pt>
    <dgm:pt modelId="{51746C9C-4588-4BB2-B752-F828A43492AD}">
      <dgm:prSet phldrT="[Text]"/>
      <dgm:spPr/>
      <dgm:t>
        <a:bodyPr/>
        <a:lstStyle/>
        <a:p>
          <a:r>
            <a:rPr lang="en-US" b="1"/>
            <a:t>Step 3</a:t>
          </a:r>
        </a:p>
      </dgm:t>
    </dgm:pt>
    <dgm:pt modelId="{DF8E5722-AF01-46E0-920E-6B77D43761F6}" type="parTrans" cxnId="{6F2BAFC8-CE1A-4CFD-92EE-15D75F7CE83E}">
      <dgm:prSet/>
      <dgm:spPr/>
      <dgm:t>
        <a:bodyPr/>
        <a:lstStyle/>
        <a:p>
          <a:endParaRPr lang="en-US"/>
        </a:p>
      </dgm:t>
    </dgm:pt>
    <dgm:pt modelId="{050821B7-6BDB-4FCE-86C0-2897A8275FD1}" type="sibTrans" cxnId="{6F2BAFC8-CE1A-4CFD-92EE-15D75F7CE83E}">
      <dgm:prSet/>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t>
        <a:bodyPr/>
        <a:lstStyle/>
        <a:p>
          <a:endParaRPr lang="en-US"/>
        </a:p>
      </dgm:t>
      <dgm:extLst>
        <a:ext uri="{E40237B7-FDA0-4F09-8148-C483321AD2D9}">
          <dgm14:cNvPr xmlns:dgm14="http://schemas.microsoft.com/office/drawing/2010/diagram" id="0" name="" descr="Research with solid fill"/>
        </a:ext>
      </dgm:extLst>
    </dgm:pt>
    <dgm:pt modelId="{BDE7BFD4-AA6E-4338-835A-7A425A5DE056}">
      <dgm:prSet/>
      <dgm:spPr/>
      <dgm:t>
        <a:bodyPr/>
        <a:lstStyle/>
        <a:p>
          <a:r>
            <a:rPr lang="en-US" b="1"/>
            <a:t>Step 4</a:t>
          </a:r>
        </a:p>
      </dgm:t>
    </dgm:pt>
    <dgm:pt modelId="{753FCB0A-61D9-44BF-B103-177689D0BBF3}" type="parTrans" cxnId="{F5781646-C26A-4D4D-8076-743AFA681864}">
      <dgm:prSet/>
      <dgm:spPr/>
      <dgm:t>
        <a:bodyPr/>
        <a:lstStyle/>
        <a:p>
          <a:endParaRPr lang="en-US"/>
        </a:p>
      </dgm:t>
    </dgm:pt>
    <dgm:pt modelId="{4BB0CA37-9B52-4013-929E-961A3FCCE09B}" type="sibTrans" cxnId="{F5781646-C26A-4D4D-8076-743AFA681864}">
      <dgm:prSet/>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t>
        <a:bodyPr/>
        <a:lstStyle/>
        <a:p>
          <a:endParaRPr lang="en-US"/>
        </a:p>
      </dgm:t>
      <dgm:extLst>
        <a:ext uri="{E40237B7-FDA0-4F09-8148-C483321AD2D9}">
          <dgm14:cNvPr xmlns:dgm14="http://schemas.microsoft.com/office/drawing/2010/diagram" id="0" name="" descr="Settings with solid fill"/>
        </a:ext>
      </dgm:extLst>
    </dgm:pt>
    <dgm:pt modelId="{F261BAAD-2B14-4435-B627-90BD76D2D6A1}">
      <dgm:prSet/>
      <dgm:spPr/>
      <dgm:t>
        <a:bodyPr/>
        <a:lstStyle/>
        <a:p>
          <a:r>
            <a:rPr lang="en-US" b="1"/>
            <a:t>Step 5</a:t>
          </a:r>
        </a:p>
      </dgm:t>
    </dgm:pt>
    <dgm:pt modelId="{77B36113-0E1B-4F52-98A8-5F259686F3FB}" type="parTrans" cxnId="{82D89A8A-1DAA-43F6-BD79-B44E18FD270F}">
      <dgm:prSet/>
      <dgm:spPr/>
      <dgm:t>
        <a:bodyPr/>
        <a:lstStyle/>
        <a:p>
          <a:endParaRPr lang="en-US"/>
        </a:p>
      </dgm:t>
    </dgm:pt>
    <dgm:pt modelId="{9CBCF1C9-3B68-485B-B517-CF0855D32844}" type="sibTrans" cxnId="{82D89A8A-1DAA-43F6-BD79-B44E18FD270F}">
      <dgm:prSet/>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dgm:spPr>
      <dgm:t>
        <a:bodyPr/>
        <a:lstStyle/>
        <a:p>
          <a:endParaRPr lang="en-US" b="1"/>
        </a:p>
      </dgm:t>
      <dgm:extLst>
        <a:ext uri="{E40237B7-FDA0-4F09-8148-C483321AD2D9}">
          <dgm14:cNvPr xmlns:dgm14="http://schemas.microsoft.com/office/drawing/2010/diagram" id="0" name="" descr="Scroll with solid fill"/>
        </a:ext>
      </dgm:extLst>
    </dgm:pt>
    <dgm:pt modelId="{D30EB8C5-B1DA-4B21-B334-6F9D753C1B6A}" type="pres">
      <dgm:prSet presAssocID="{BBF3B0DC-2E52-41F1-9F2C-31EA5501BED8}" presName="Name0" presStyleCnt="0">
        <dgm:presLayoutVars>
          <dgm:chMax val="7"/>
          <dgm:chPref val="7"/>
          <dgm:dir/>
        </dgm:presLayoutVars>
      </dgm:prSet>
      <dgm:spPr/>
    </dgm:pt>
    <dgm:pt modelId="{887D0751-6D48-431A-865C-082720803802}" type="pres">
      <dgm:prSet presAssocID="{BBF3B0DC-2E52-41F1-9F2C-31EA5501BED8}" presName="dot1" presStyleLbl="alignNode1" presStyleIdx="0" presStyleCnt="15"/>
      <dgm:spPr/>
    </dgm:pt>
    <dgm:pt modelId="{FD86D79E-8FAA-44E6-8BD4-1AA418F8A020}" type="pres">
      <dgm:prSet presAssocID="{BBF3B0DC-2E52-41F1-9F2C-31EA5501BED8}" presName="dot2" presStyleLbl="alignNode1" presStyleIdx="1" presStyleCnt="15"/>
      <dgm:spPr/>
    </dgm:pt>
    <dgm:pt modelId="{4CF2AF44-9E9B-46AE-8DD6-E4341FCCB0F7}" type="pres">
      <dgm:prSet presAssocID="{BBF3B0DC-2E52-41F1-9F2C-31EA5501BED8}" presName="dot3" presStyleLbl="alignNode1" presStyleIdx="2" presStyleCnt="15"/>
      <dgm:spPr/>
    </dgm:pt>
    <dgm:pt modelId="{8C71E25C-D28B-4123-A00C-8A7AC81E0F94}" type="pres">
      <dgm:prSet presAssocID="{BBF3B0DC-2E52-41F1-9F2C-31EA5501BED8}" presName="dot4" presStyleLbl="alignNode1" presStyleIdx="3" presStyleCnt="15"/>
      <dgm:spPr/>
    </dgm:pt>
    <dgm:pt modelId="{A484A3C5-AFE1-4507-95DC-6CD4199EBEE5}" type="pres">
      <dgm:prSet presAssocID="{BBF3B0DC-2E52-41F1-9F2C-31EA5501BED8}" presName="dot5" presStyleLbl="alignNode1" presStyleIdx="4" presStyleCnt="15"/>
      <dgm:spPr/>
    </dgm:pt>
    <dgm:pt modelId="{39E69DDD-2F01-47A5-9725-68361FE83C9D}" type="pres">
      <dgm:prSet presAssocID="{BBF3B0DC-2E52-41F1-9F2C-31EA5501BED8}" presName="dot6" presStyleLbl="alignNode1" presStyleIdx="5" presStyleCnt="15"/>
      <dgm:spPr/>
    </dgm:pt>
    <dgm:pt modelId="{4A2DFB48-FCD6-4E16-80E9-665A6B9438F8}" type="pres">
      <dgm:prSet presAssocID="{BBF3B0DC-2E52-41F1-9F2C-31EA5501BED8}" presName="dot7" presStyleLbl="alignNode1" presStyleIdx="6" presStyleCnt="15"/>
      <dgm:spPr/>
    </dgm:pt>
    <dgm:pt modelId="{3D14E4B8-CDE0-4803-A2E8-A36418F7964F}" type="pres">
      <dgm:prSet presAssocID="{BBF3B0DC-2E52-41F1-9F2C-31EA5501BED8}" presName="dot8" presStyleLbl="alignNode1" presStyleIdx="7" presStyleCnt="15"/>
      <dgm:spPr/>
    </dgm:pt>
    <dgm:pt modelId="{116932B9-BA3A-46A6-99B1-CA4C01F20E1B}" type="pres">
      <dgm:prSet presAssocID="{BBF3B0DC-2E52-41F1-9F2C-31EA5501BED8}" presName="dotArrow1" presStyleLbl="alignNode1" presStyleIdx="8" presStyleCnt="15"/>
      <dgm:spPr/>
    </dgm:pt>
    <dgm:pt modelId="{313B3D2D-6E86-440C-A86A-1A17D1F1E4E7}" type="pres">
      <dgm:prSet presAssocID="{BBF3B0DC-2E52-41F1-9F2C-31EA5501BED8}" presName="dotArrow2" presStyleLbl="alignNode1" presStyleIdx="9" presStyleCnt="15"/>
      <dgm:spPr/>
    </dgm:pt>
    <dgm:pt modelId="{5351D0D1-B272-47E3-87BB-33200167E004}" type="pres">
      <dgm:prSet presAssocID="{BBF3B0DC-2E52-41F1-9F2C-31EA5501BED8}" presName="dotArrow3" presStyleLbl="alignNode1" presStyleIdx="10" presStyleCnt="15"/>
      <dgm:spPr/>
    </dgm:pt>
    <dgm:pt modelId="{84120BB5-44BF-4F99-B0DE-A06C1B34ED85}" type="pres">
      <dgm:prSet presAssocID="{BBF3B0DC-2E52-41F1-9F2C-31EA5501BED8}" presName="dotArrow4" presStyleLbl="alignNode1" presStyleIdx="11" presStyleCnt="15"/>
      <dgm:spPr/>
    </dgm:pt>
    <dgm:pt modelId="{97E133B8-F4C7-42CA-A46F-77A67471DED7}" type="pres">
      <dgm:prSet presAssocID="{BBF3B0DC-2E52-41F1-9F2C-31EA5501BED8}" presName="dotArrow5" presStyleLbl="alignNode1" presStyleIdx="12" presStyleCnt="15"/>
      <dgm:spPr/>
    </dgm:pt>
    <dgm:pt modelId="{535301C2-F1AC-4D28-BEEB-382B66FD3B9E}" type="pres">
      <dgm:prSet presAssocID="{BBF3B0DC-2E52-41F1-9F2C-31EA5501BED8}" presName="dotArrow6" presStyleLbl="alignNode1" presStyleIdx="13" presStyleCnt="15"/>
      <dgm:spPr/>
    </dgm:pt>
    <dgm:pt modelId="{40C2DBBF-73EF-46E5-A375-CBDDEF5CF66B}" type="pres">
      <dgm:prSet presAssocID="{BBF3B0DC-2E52-41F1-9F2C-31EA5501BED8}" presName="dotArrow7" presStyleLbl="alignNode1" presStyleIdx="14" presStyleCnt="15"/>
      <dgm:spPr/>
    </dgm:pt>
    <dgm:pt modelId="{D76ADB79-F2DD-4D66-9A35-B327ACBFF108}" type="pres">
      <dgm:prSet presAssocID="{A115FE99-B83E-4E07-9850-EE4046647233}" presName="parTx1" presStyleLbl="node1" presStyleIdx="0" presStyleCnt="5" custLinFactNeighborY="38352"/>
      <dgm:spPr/>
    </dgm:pt>
    <dgm:pt modelId="{EC239FD1-96B0-470D-BC88-413DFE8FF865}" type="pres">
      <dgm:prSet presAssocID="{4D0B5D13-E4E5-4636-84B6-83C06C9A0316}" presName="picture1" presStyleCnt="0"/>
      <dgm:spPr/>
    </dgm:pt>
    <dgm:pt modelId="{A50AD63B-C2B7-44D8-BF3C-8E630FA4A300}" type="pres">
      <dgm:prSet presAssocID="{4D0B5D13-E4E5-4636-84B6-83C06C9A0316}" presName="imageRepeatNode" presStyleLbl="fgImgPlace1" presStyleIdx="0"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pt>
    <dgm:pt modelId="{BE15CA0C-1321-418D-843F-C40996A9D98C}" type="pres">
      <dgm:prSet presAssocID="{6A93B429-3AD3-4C7F-A7EE-D97E202FC153}" presName="parTx2" presStyleLbl="node1" presStyleIdx="1" presStyleCnt="5"/>
      <dgm:spPr/>
    </dgm:pt>
    <dgm:pt modelId="{D53E1EB7-2E56-4AB4-934C-DE1E68BCF78B}" type="pres">
      <dgm:prSet presAssocID="{40AAA568-2EDC-42DC-937E-16DF816B0590}" presName="picture2" presStyleCnt="0"/>
      <dgm:spPr/>
    </dgm:pt>
    <dgm:pt modelId="{30651CD2-F15C-4493-B423-9537BC62B226}" type="pres">
      <dgm:prSet presAssocID="{40AAA568-2EDC-42DC-937E-16DF816B0590}" presName="imageRepeatNode" presStyleLbl="fgImgPlace1" presStyleIdx="1" presStyleCnt="5"/>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dgm:spPr>
    </dgm:pt>
    <dgm:pt modelId="{FCAE209A-968D-41FA-8C06-89B2F4FAFF88}" type="pres">
      <dgm:prSet presAssocID="{51746C9C-4588-4BB2-B752-F828A43492AD}" presName="parTx3" presStyleLbl="node1" presStyleIdx="2" presStyleCnt="5"/>
      <dgm:spPr/>
    </dgm:pt>
    <dgm:pt modelId="{FD032DBA-5657-4D9C-B0A9-C545DBBB9739}" type="pres">
      <dgm:prSet presAssocID="{050821B7-6BDB-4FCE-86C0-2897A8275FD1}" presName="picture3" presStyleCnt="0"/>
      <dgm:spPr/>
    </dgm:pt>
    <dgm:pt modelId="{A17C466D-ED72-4880-A07F-06B62B5FE103}" type="pres">
      <dgm:prSet presAssocID="{050821B7-6BDB-4FCE-86C0-2897A8275FD1}" presName="imageRepeatNode" presStyleLbl="fgImgPlace1" presStyleIdx="2" presStyleCnt="5"/>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a:blipFill>
      </dgm:spPr>
    </dgm:pt>
    <dgm:pt modelId="{2BE3FECD-CA73-4E1E-890D-7C5F6AF25A3D}" type="pres">
      <dgm:prSet presAssocID="{BDE7BFD4-AA6E-4338-835A-7A425A5DE056}" presName="parTx4" presStyleLbl="node1" presStyleIdx="3" presStyleCnt="5"/>
      <dgm:spPr/>
    </dgm:pt>
    <dgm:pt modelId="{93729EDE-7AC2-4600-BD92-CEC172F7CC7C}" type="pres">
      <dgm:prSet presAssocID="{4BB0CA37-9B52-4013-929E-961A3FCCE09B}" presName="picture4" presStyleCnt="0"/>
      <dgm:spPr/>
    </dgm:pt>
    <dgm:pt modelId="{49757B59-311F-465E-9BD4-B02EA3E717BB}" type="pres">
      <dgm:prSet presAssocID="{4BB0CA37-9B52-4013-929E-961A3FCCE09B}" presName="imageRepeatNode" presStyleLbl="fgImgPlace1" presStyleIdx="3" presStyleCnt="5"/>
      <dgm:spPr>
        <a:blipFill>
          <a:blip xmlns:r="http://schemas.openxmlformats.org/officeDocument/2006/relationships"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a:fillRect/>
          </a:stretch>
        </a:blipFill>
      </dgm:spPr>
    </dgm:pt>
    <dgm:pt modelId="{41C18A2B-08C8-40F2-8447-4ED012BA9BE7}" type="pres">
      <dgm:prSet presAssocID="{F261BAAD-2B14-4435-B627-90BD76D2D6A1}" presName="parTx5" presStyleLbl="node1" presStyleIdx="4" presStyleCnt="5"/>
      <dgm:spPr/>
    </dgm:pt>
    <dgm:pt modelId="{E68623E4-FF74-4D0D-877E-0A11E4048CD5}" type="pres">
      <dgm:prSet presAssocID="{9CBCF1C9-3B68-485B-B517-CF0855D32844}" presName="picture5" presStyleCnt="0"/>
      <dgm:spPr/>
    </dgm:pt>
    <dgm:pt modelId="{39DAE7FE-3467-473A-84E0-6B232794AE9D}" type="pres">
      <dgm:prSet presAssocID="{9CBCF1C9-3B68-485B-B517-CF0855D32844}" presName="imageRepeatNode" presStyleLbl="fgImgPlace1" presStyleIdx="4" presStyleCnt="5"/>
      <dgm:spPr>
        <a:blipFill>
          <a:blip xmlns:r="http://schemas.openxmlformats.org/officeDocument/2006/relationships"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a:fillRect/>
          </a:stretch>
        </a:blipFill>
      </dgm:spPr>
    </dgm:pt>
  </dgm:ptLst>
  <dgm:cxnLst>
    <dgm:cxn modelId="{0D98CF2B-8B53-4E66-862F-B2251FA29A67}" type="presOf" srcId="{9CBCF1C9-3B68-485B-B517-CF0855D32844}" destId="{39DAE7FE-3467-473A-84E0-6B232794AE9D}" srcOrd="0" destOrd="0" presId="urn:microsoft.com/office/officeart/2008/layout/AscendingPictureAccentProcess"/>
    <dgm:cxn modelId="{2F0B0F33-710A-4E8D-8ADE-D7E84599C29F}" type="presOf" srcId="{F261BAAD-2B14-4435-B627-90BD76D2D6A1}" destId="{41C18A2B-08C8-40F2-8447-4ED012BA9BE7}" srcOrd="0" destOrd="0" presId="urn:microsoft.com/office/officeart/2008/layout/AscendingPictureAccentProcess"/>
    <dgm:cxn modelId="{7DFF5239-D826-4D4B-9F2E-75AD17D539D5}" type="presOf" srcId="{BBF3B0DC-2E52-41F1-9F2C-31EA5501BED8}" destId="{D30EB8C5-B1DA-4B21-B334-6F9D753C1B6A}" srcOrd="0" destOrd="0" presId="urn:microsoft.com/office/officeart/2008/layout/AscendingPictureAccentProcess"/>
    <dgm:cxn modelId="{F5781646-C26A-4D4D-8076-743AFA681864}" srcId="{BBF3B0DC-2E52-41F1-9F2C-31EA5501BED8}" destId="{BDE7BFD4-AA6E-4338-835A-7A425A5DE056}" srcOrd="3" destOrd="0" parTransId="{753FCB0A-61D9-44BF-B103-177689D0BBF3}" sibTransId="{4BB0CA37-9B52-4013-929E-961A3FCCE09B}"/>
    <dgm:cxn modelId="{1AF3F350-C05E-472B-8675-581CFAEC69D7}" type="presOf" srcId="{40AAA568-2EDC-42DC-937E-16DF816B0590}" destId="{30651CD2-F15C-4493-B423-9537BC62B226}" srcOrd="0" destOrd="0" presId="urn:microsoft.com/office/officeart/2008/layout/AscendingPictureAccentProcess"/>
    <dgm:cxn modelId="{42434676-3295-4D56-A350-04A400DE3D51}" type="presOf" srcId="{4BB0CA37-9B52-4013-929E-961A3FCCE09B}" destId="{49757B59-311F-465E-9BD4-B02EA3E717BB}" srcOrd="0" destOrd="0" presId="urn:microsoft.com/office/officeart/2008/layout/AscendingPictureAccentProcess"/>
    <dgm:cxn modelId="{D02AB659-3511-46DF-B270-BFDD0BDFEA35}" type="presOf" srcId="{050821B7-6BDB-4FCE-86C0-2897A8275FD1}" destId="{A17C466D-ED72-4880-A07F-06B62B5FE103}" srcOrd="0" destOrd="0" presId="urn:microsoft.com/office/officeart/2008/layout/AscendingPictureAccentProcess"/>
    <dgm:cxn modelId="{82D89A8A-1DAA-43F6-BD79-B44E18FD270F}" srcId="{BBF3B0DC-2E52-41F1-9F2C-31EA5501BED8}" destId="{F261BAAD-2B14-4435-B627-90BD76D2D6A1}" srcOrd="4" destOrd="0" parTransId="{77B36113-0E1B-4F52-98A8-5F259686F3FB}" sibTransId="{9CBCF1C9-3B68-485B-B517-CF0855D32844}"/>
    <dgm:cxn modelId="{F7343194-596D-4AB2-ABA2-3E97725F0BF0}" type="presOf" srcId="{4D0B5D13-E4E5-4636-84B6-83C06C9A0316}" destId="{A50AD63B-C2B7-44D8-BF3C-8E630FA4A300}" srcOrd="0" destOrd="0" presId="urn:microsoft.com/office/officeart/2008/layout/AscendingPictureAccentProcess"/>
    <dgm:cxn modelId="{1E70CFAD-2A43-494A-BDB2-C629B13396A5}" type="presOf" srcId="{BDE7BFD4-AA6E-4338-835A-7A425A5DE056}" destId="{2BE3FECD-CA73-4E1E-890D-7C5F6AF25A3D}" srcOrd="0" destOrd="0" presId="urn:microsoft.com/office/officeart/2008/layout/AscendingPictureAccentProcess"/>
    <dgm:cxn modelId="{6F2BAFC8-CE1A-4CFD-92EE-15D75F7CE83E}" srcId="{BBF3B0DC-2E52-41F1-9F2C-31EA5501BED8}" destId="{51746C9C-4588-4BB2-B752-F828A43492AD}" srcOrd="2" destOrd="0" parTransId="{DF8E5722-AF01-46E0-920E-6B77D43761F6}" sibTransId="{050821B7-6BDB-4FCE-86C0-2897A8275FD1}"/>
    <dgm:cxn modelId="{071432CD-0A72-4F59-BFE4-8B2356F251C7}" type="presOf" srcId="{6A93B429-3AD3-4C7F-A7EE-D97E202FC153}" destId="{BE15CA0C-1321-418D-843F-C40996A9D98C}" srcOrd="0" destOrd="0" presId="urn:microsoft.com/office/officeart/2008/layout/AscendingPictureAccentProcess"/>
    <dgm:cxn modelId="{F9A1F1D8-D571-4CFA-8F6F-2E26234FBBA1}" type="presOf" srcId="{51746C9C-4588-4BB2-B752-F828A43492AD}" destId="{FCAE209A-968D-41FA-8C06-89B2F4FAFF88}" srcOrd="0" destOrd="0" presId="urn:microsoft.com/office/officeart/2008/layout/AscendingPictureAccentProcess"/>
    <dgm:cxn modelId="{7BF823E8-FDD5-4C3E-B2AF-ADC78B159B45}" type="presOf" srcId="{A115FE99-B83E-4E07-9850-EE4046647233}" destId="{D76ADB79-F2DD-4D66-9A35-B327ACBFF108}" srcOrd="0" destOrd="0" presId="urn:microsoft.com/office/officeart/2008/layout/AscendingPictureAccentProcess"/>
    <dgm:cxn modelId="{739E7FE8-25F8-411A-A5BE-32802501A3D6}" srcId="{BBF3B0DC-2E52-41F1-9F2C-31EA5501BED8}" destId="{6A93B429-3AD3-4C7F-A7EE-D97E202FC153}" srcOrd="1" destOrd="0" parTransId="{E235B8ED-FC9C-41B0-B058-017D8517D354}" sibTransId="{40AAA568-2EDC-42DC-937E-16DF816B0590}"/>
    <dgm:cxn modelId="{A26723FB-1C8B-48D5-B1FA-E2D432398DCB}" srcId="{BBF3B0DC-2E52-41F1-9F2C-31EA5501BED8}" destId="{A115FE99-B83E-4E07-9850-EE4046647233}" srcOrd="0" destOrd="0" parTransId="{49E12474-2927-433C-94CE-7D0EF8C0FC57}" sibTransId="{4D0B5D13-E4E5-4636-84B6-83C06C9A0316}"/>
    <dgm:cxn modelId="{81012348-30DD-4493-BCF0-B62335CBE3DA}" type="presParOf" srcId="{D30EB8C5-B1DA-4B21-B334-6F9D753C1B6A}" destId="{887D0751-6D48-431A-865C-082720803802}" srcOrd="0" destOrd="0" presId="urn:microsoft.com/office/officeart/2008/layout/AscendingPictureAccentProcess"/>
    <dgm:cxn modelId="{28C65F00-1A17-4342-ACAB-AD5171DF6F95}" type="presParOf" srcId="{D30EB8C5-B1DA-4B21-B334-6F9D753C1B6A}" destId="{FD86D79E-8FAA-44E6-8BD4-1AA418F8A020}" srcOrd="1" destOrd="0" presId="urn:microsoft.com/office/officeart/2008/layout/AscendingPictureAccentProcess"/>
    <dgm:cxn modelId="{E28C16BD-66B5-40D0-90FF-D492DB346864}" type="presParOf" srcId="{D30EB8C5-B1DA-4B21-B334-6F9D753C1B6A}" destId="{4CF2AF44-9E9B-46AE-8DD6-E4341FCCB0F7}" srcOrd="2" destOrd="0" presId="urn:microsoft.com/office/officeart/2008/layout/AscendingPictureAccentProcess"/>
    <dgm:cxn modelId="{E5CB7C2D-398A-402B-87FD-E77F1D23A977}" type="presParOf" srcId="{D30EB8C5-B1DA-4B21-B334-6F9D753C1B6A}" destId="{8C71E25C-D28B-4123-A00C-8A7AC81E0F94}" srcOrd="3" destOrd="0" presId="urn:microsoft.com/office/officeart/2008/layout/AscendingPictureAccentProcess"/>
    <dgm:cxn modelId="{2197ECC0-F872-4CDB-8AB4-A2A35B405DD0}" type="presParOf" srcId="{D30EB8C5-B1DA-4B21-B334-6F9D753C1B6A}" destId="{A484A3C5-AFE1-4507-95DC-6CD4199EBEE5}" srcOrd="4" destOrd="0" presId="urn:microsoft.com/office/officeart/2008/layout/AscendingPictureAccentProcess"/>
    <dgm:cxn modelId="{2AD9DCC2-DD4F-4244-9CCA-92B12CFC3A6D}" type="presParOf" srcId="{D30EB8C5-B1DA-4B21-B334-6F9D753C1B6A}" destId="{39E69DDD-2F01-47A5-9725-68361FE83C9D}" srcOrd="5" destOrd="0" presId="urn:microsoft.com/office/officeart/2008/layout/AscendingPictureAccentProcess"/>
    <dgm:cxn modelId="{9F3AAC0E-8660-4F52-B016-65DF0DCC1CA3}" type="presParOf" srcId="{D30EB8C5-B1DA-4B21-B334-6F9D753C1B6A}" destId="{4A2DFB48-FCD6-4E16-80E9-665A6B9438F8}" srcOrd="6" destOrd="0" presId="urn:microsoft.com/office/officeart/2008/layout/AscendingPictureAccentProcess"/>
    <dgm:cxn modelId="{8A55F581-5290-49DA-996F-E9A8DE00249A}" type="presParOf" srcId="{D30EB8C5-B1DA-4B21-B334-6F9D753C1B6A}" destId="{3D14E4B8-CDE0-4803-A2E8-A36418F7964F}" srcOrd="7" destOrd="0" presId="urn:microsoft.com/office/officeart/2008/layout/AscendingPictureAccentProcess"/>
    <dgm:cxn modelId="{BDE3065B-9F87-4630-9A0A-2178DC4CE37D}" type="presParOf" srcId="{D30EB8C5-B1DA-4B21-B334-6F9D753C1B6A}" destId="{116932B9-BA3A-46A6-99B1-CA4C01F20E1B}" srcOrd="8" destOrd="0" presId="urn:microsoft.com/office/officeart/2008/layout/AscendingPictureAccentProcess"/>
    <dgm:cxn modelId="{3827848E-37C1-44B6-9C65-58CF03EE0786}" type="presParOf" srcId="{D30EB8C5-B1DA-4B21-B334-6F9D753C1B6A}" destId="{313B3D2D-6E86-440C-A86A-1A17D1F1E4E7}" srcOrd="9" destOrd="0" presId="urn:microsoft.com/office/officeart/2008/layout/AscendingPictureAccentProcess"/>
    <dgm:cxn modelId="{BD656B28-34C0-473E-B0A1-6A17BB68122A}" type="presParOf" srcId="{D30EB8C5-B1DA-4B21-B334-6F9D753C1B6A}" destId="{5351D0D1-B272-47E3-87BB-33200167E004}" srcOrd="10" destOrd="0" presId="urn:microsoft.com/office/officeart/2008/layout/AscendingPictureAccentProcess"/>
    <dgm:cxn modelId="{31915A87-ADBD-46E2-AED0-71F6D30EADE2}" type="presParOf" srcId="{D30EB8C5-B1DA-4B21-B334-6F9D753C1B6A}" destId="{84120BB5-44BF-4F99-B0DE-A06C1B34ED85}" srcOrd="11" destOrd="0" presId="urn:microsoft.com/office/officeart/2008/layout/AscendingPictureAccentProcess"/>
    <dgm:cxn modelId="{BADA9E12-2E57-4489-9D9E-67F0A718714D}" type="presParOf" srcId="{D30EB8C5-B1DA-4B21-B334-6F9D753C1B6A}" destId="{97E133B8-F4C7-42CA-A46F-77A67471DED7}" srcOrd="12" destOrd="0" presId="urn:microsoft.com/office/officeart/2008/layout/AscendingPictureAccentProcess"/>
    <dgm:cxn modelId="{479422A3-30AF-45F8-AF5B-03F43975553C}" type="presParOf" srcId="{D30EB8C5-B1DA-4B21-B334-6F9D753C1B6A}" destId="{535301C2-F1AC-4D28-BEEB-382B66FD3B9E}" srcOrd="13" destOrd="0" presId="urn:microsoft.com/office/officeart/2008/layout/AscendingPictureAccentProcess"/>
    <dgm:cxn modelId="{C7B0FF9B-3901-4F33-96B7-289360C448D6}" type="presParOf" srcId="{D30EB8C5-B1DA-4B21-B334-6F9D753C1B6A}" destId="{40C2DBBF-73EF-46E5-A375-CBDDEF5CF66B}" srcOrd="14" destOrd="0" presId="urn:microsoft.com/office/officeart/2008/layout/AscendingPictureAccentProcess"/>
    <dgm:cxn modelId="{8F8DEFEE-EFDC-4072-B288-007931AB114B}" type="presParOf" srcId="{D30EB8C5-B1DA-4B21-B334-6F9D753C1B6A}" destId="{D76ADB79-F2DD-4D66-9A35-B327ACBFF108}" srcOrd="15" destOrd="0" presId="urn:microsoft.com/office/officeart/2008/layout/AscendingPictureAccentProcess"/>
    <dgm:cxn modelId="{8638D9F0-0F18-4CAD-A876-333FF6927A21}" type="presParOf" srcId="{D30EB8C5-B1DA-4B21-B334-6F9D753C1B6A}" destId="{EC239FD1-96B0-470D-BC88-413DFE8FF865}" srcOrd="16" destOrd="0" presId="urn:microsoft.com/office/officeart/2008/layout/AscendingPictureAccentProcess"/>
    <dgm:cxn modelId="{FF213D99-3DA7-4EBB-872F-1E30679CF04A}" type="presParOf" srcId="{EC239FD1-96B0-470D-BC88-413DFE8FF865}" destId="{A50AD63B-C2B7-44D8-BF3C-8E630FA4A300}" srcOrd="0" destOrd="0" presId="urn:microsoft.com/office/officeart/2008/layout/AscendingPictureAccentProcess"/>
    <dgm:cxn modelId="{5FDC7882-8697-42B9-B860-5A45FA1B1C09}" type="presParOf" srcId="{D30EB8C5-B1DA-4B21-B334-6F9D753C1B6A}" destId="{BE15CA0C-1321-418D-843F-C40996A9D98C}" srcOrd="17" destOrd="0" presId="urn:microsoft.com/office/officeart/2008/layout/AscendingPictureAccentProcess"/>
    <dgm:cxn modelId="{210B7E29-C160-4921-8777-0A079C84BF99}" type="presParOf" srcId="{D30EB8C5-B1DA-4B21-B334-6F9D753C1B6A}" destId="{D53E1EB7-2E56-4AB4-934C-DE1E68BCF78B}" srcOrd="18" destOrd="0" presId="urn:microsoft.com/office/officeart/2008/layout/AscendingPictureAccentProcess"/>
    <dgm:cxn modelId="{6BD60D63-C6E3-4883-923F-92D0EEECE32E}" type="presParOf" srcId="{D53E1EB7-2E56-4AB4-934C-DE1E68BCF78B}" destId="{30651CD2-F15C-4493-B423-9537BC62B226}" srcOrd="0" destOrd="0" presId="urn:microsoft.com/office/officeart/2008/layout/AscendingPictureAccentProcess"/>
    <dgm:cxn modelId="{B265F39C-5B44-4B4A-B1CF-918C2BB7CC07}" type="presParOf" srcId="{D30EB8C5-B1DA-4B21-B334-6F9D753C1B6A}" destId="{FCAE209A-968D-41FA-8C06-89B2F4FAFF88}" srcOrd="19" destOrd="0" presId="urn:microsoft.com/office/officeart/2008/layout/AscendingPictureAccentProcess"/>
    <dgm:cxn modelId="{CE530EDD-10E7-4A45-AFD7-5CA1F8DAC1DE}" type="presParOf" srcId="{D30EB8C5-B1DA-4B21-B334-6F9D753C1B6A}" destId="{FD032DBA-5657-4D9C-B0A9-C545DBBB9739}" srcOrd="20" destOrd="0" presId="urn:microsoft.com/office/officeart/2008/layout/AscendingPictureAccentProcess"/>
    <dgm:cxn modelId="{63D951BB-D4A7-47DC-A3F3-575F0CAF0D1E}" type="presParOf" srcId="{FD032DBA-5657-4D9C-B0A9-C545DBBB9739}" destId="{A17C466D-ED72-4880-A07F-06B62B5FE103}" srcOrd="0" destOrd="0" presId="urn:microsoft.com/office/officeart/2008/layout/AscendingPictureAccentProcess"/>
    <dgm:cxn modelId="{08696DC1-206C-4D55-BCC1-76268AF33B0F}" type="presParOf" srcId="{D30EB8C5-B1DA-4B21-B334-6F9D753C1B6A}" destId="{2BE3FECD-CA73-4E1E-890D-7C5F6AF25A3D}" srcOrd="21" destOrd="0" presId="urn:microsoft.com/office/officeart/2008/layout/AscendingPictureAccentProcess"/>
    <dgm:cxn modelId="{80D9A690-6598-4987-9514-BC23BA528C47}" type="presParOf" srcId="{D30EB8C5-B1DA-4B21-B334-6F9D753C1B6A}" destId="{93729EDE-7AC2-4600-BD92-CEC172F7CC7C}" srcOrd="22" destOrd="0" presId="urn:microsoft.com/office/officeart/2008/layout/AscendingPictureAccentProcess"/>
    <dgm:cxn modelId="{790FB1E0-2390-404B-8405-D7ECCB522FAC}" type="presParOf" srcId="{93729EDE-7AC2-4600-BD92-CEC172F7CC7C}" destId="{49757B59-311F-465E-9BD4-B02EA3E717BB}" srcOrd="0" destOrd="0" presId="urn:microsoft.com/office/officeart/2008/layout/AscendingPictureAccentProcess"/>
    <dgm:cxn modelId="{6174EA3B-6531-4964-AFD9-CF83A3E13F43}" type="presParOf" srcId="{D30EB8C5-B1DA-4B21-B334-6F9D753C1B6A}" destId="{41C18A2B-08C8-40F2-8447-4ED012BA9BE7}" srcOrd="23" destOrd="0" presId="urn:microsoft.com/office/officeart/2008/layout/AscendingPictureAccentProcess"/>
    <dgm:cxn modelId="{814E4A8A-8E8E-46DB-9B7F-19C8175145CF}" type="presParOf" srcId="{D30EB8C5-B1DA-4B21-B334-6F9D753C1B6A}" destId="{E68623E4-FF74-4D0D-877E-0A11E4048CD5}" srcOrd="24" destOrd="0" presId="urn:microsoft.com/office/officeart/2008/layout/AscendingPictureAccentProcess"/>
    <dgm:cxn modelId="{F4B64C2C-7617-47CC-A24A-ADCB1F749B11}" type="presParOf" srcId="{E68623E4-FF74-4D0D-877E-0A11E4048CD5}" destId="{39DAE7FE-3467-473A-84E0-6B232794AE9D}"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D0751-6D48-431A-865C-082720803802}">
      <dsp:nvSpPr>
        <dsp:cNvPr id="0" name=""/>
        <dsp:cNvSpPr/>
      </dsp:nvSpPr>
      <dsp:spPr>
        <a:xfrm>
          <a:off x="1459143" y="4041362"/>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6D79E-8FAA-44E6-8BD4-1AA418F8A020}">
      <dsp:nvSpPr>
        <dsp:cNvPr id="0" name=""/>
        <dsp:cNvSpPr/>
      </dsp:nvSpPr>
      <dsp:spPr>
        <a:xfrm>
          <a:off x="1303232" y="4104726"/>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F2AF44-9E9B-46AE-8DD6-E4341FCCB0F7}">
      <dsp:nvSpPr>
        <dsp:cNvPr id="0" name=""/>
        <dsp:cNvSpPr/>
      </dsp:nvSpPr>
      <dsp:spPr>
        <a:xfrm>
          <a:off x="1143878" y="4157107"/>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71E25C-D28B-4123-A00C-8A7AC81E0F94}">
      <dsp:nvSpPr>
        <dsp:cNvPr id="0" name=""/>
        <dsp:cNvSpPr/>
      </dsp:nvSpPr>
      <dsp:spPr>
        <a:xfrm>
          <a:off x="982065" y="4197660"/>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84A3C5-AFE1-4507-95DC-6CD4199EBEE5}">
      <dsp:nvSpPr>
        <dsp:cNvPr id="0" name=""/>
        <dsp:cNvSpPr/>
      </dsp:nvSpPr>
      <dsp:spPr>
        <a:xfrm>
          <a:off x="2310012" y="3427997"/>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E69DDD-2F01-47A5-9725-68361FE83C9D}">
      <dsp:nvSpPr>
        <dsp:cNvPr id="0" name=""/>
        <dsp:cNvSpPr/>
      </dsp:nvSpPr>
      <dsp:spPr>
        <a:xfrm>
          <a:off x="2186563" y="3553036"/>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2DFB48-FCD6-4E16-80E9-665A6B9438F8}">
      <dsp:nvSpPr>
        <dsp:cNvPr id="0" name=""/>
        <dsp:cNvSpPr/>
      </dsp:nvSpPr>
      <dsp:spPr>
        <a:xfrm>
          <a:off x="2821026" y="2667628"/>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14E4B8-CDE0-4803-A2E8-A36418F7964F}">
      <dsp:nvSpPr>
        <dsp:cNvPr id="0" name=""/>
        <dsp:cNvSpPr/>
      </dsp:nvSpPr>
      <dsp:spPr>
        <a:xfrm>
          <a:off x="3095468" y="1741245"/>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6932B9-BA3A-46A6-99B1-CA4C01F20E1B}">
      <dsp:nvSpPr>
        <dsp:cNvPr id="0" name=""/>
        <dsp:cNvSpPr/>
      </dsp:nvSpPr>
      <dsp:spPr>
        <a:xfrm>
          <a:off x="2958247" y="645468"/>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3B3D2D-6E86-440C-A86A-1A17D1F1E4E7}">
      <dsp:nvSpPr>
        <dsp:cNvPr id="0" name=""/>
        <dsp:cNvSpPr/>
      </dsp:nvSpPr>
      <dsp:spPr>
        <a:xfrm>
          <a:off x="3060548" y="566474"/>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51D0D1-B272-47E3-87BB-33200167E004}">
      <dsp:nvSpPr>
        <dsp:cNvPr id="0" name=""/>
        <dsp:cNvSpPr/>
      </dsp:nvSpPr>
      <dsp:spPr>
        <a:xfrm>
          <a:off x="3162849" y="487058"/>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120BB5-44BF-4F99-B0DE-A06C1B34ED85}">
      <dsp:nvSpPr>
        <dsp:cNvPr id="0" name=""/>
        <dsp:cNvSpPr/>
      </dsp:nvSpPr>
      <dsp:spPr>
        <a:xfrm>
          <a:off x="3265642" y="566474"/>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E133B8-F4C7-42CA-A46F-77A67471DED7}">
      <dsp:nvSpPr>
        <dsp:cNvPr id="0" name=""/>
        <dsp:cNvSpPr/>
      </dsp:nvSpPr>
      <dsp:spPr>
        <a:xfrm>
          <a:off x="3367943" y="645468"/>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5301C2-F1AC-4D28-BEEB-382B66FD3B9E}">
      <dsp:nvSpPr>
        <dsp:cNvPr id="0" name=""/>
        <dsp:cNvSpPr/>
      </dsp:nvSpPr>
      <dsp:spPr>
        <a:xfrm>
          <a:off x="3162849" y="654339"/>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C2DBBF-73EF-46E5-A375-CBDDEF5CF66B}">
      <dsp:nvSpPr>
        <dsp:cNvPr id="0" name=""/>
        <dsp:cNvSpPr/>
      </dsp:nvSpPr>
      <dsp:spPr>
        <a:xfrm>
          <a:off x="3162849" y="821620"/>
          <a:ext cx="70332" cy="7033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6ADB79-F2DD-4D66-9A35-B327ACBFF108}">
      <dsp:nvSpPr>
        <dsp:cNvPr id="0" name=""/>
        <dsp:cNvSpPr/>
      </dsp:nvSpPr>
      <dsp:spPr>
        <a:xfrm>
          <a:off x="591305" y="4488372"/>
          <a:ext cx="1515335" cy="406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46"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Step 1</a:t>
          </a:r>
        </a:p>
      </dsp:txBody>
      <dsp:txXfrm>
        <a:off x="611143" y="4508210"/>
        <a:ext cx="1475659" cy="366699"/>
      </dsp:txXfrm>
    </dsp:sp>
    <dsp:sp modelId="{A50AD63B-C2B7-44D8-BF3C-8E630FA4A300}">
      <dsp:nvSpPr>
        <dsp:cNvPr id="0" name=""/>
        <dsp:cNvSpPr/>
      </dsp:nvSpPr>
      <dsp:spPr>
        <a:xfrm>
          <a:off x="171034" y="3934381"/>
          <a:ext cx="702828" cy="702496"/>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15CA0C-1321-418D-843F-C40996A9D98C}">
      <dsp:nvSpPr>
        <dsp:cNvPr id="0" name=""/>
        <dsp:cNvSpPr/>
      </dsp:nvSpPr>
      <dsp:spPr>
        <a:xfrm>
          <a:off x="1922695" y="3852219"/>
          <a:ext cx="1515335" cy="406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46"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Step 2</a:t>
          </a:r>
        </a:p>
      </dsp:txBody>
      <dsp:txXfrm>
        <a:off x="1942533" y="3872057"/>
        <a:ext cx="1475659" cy="366699"/>
      </dsp:txXfrm>
    </dsp:sp>
    <dsp:sp modelId="{30651CD2-F15C-4493-B423-9537BC62B226}">
      <dsp:nvSpPr>
        <dsp:cNvPr id="0" name=""/>
        <dsp:cNvSpPr/>
      </dsp:nvSpPr>
      <dsp:spPr>
        <a:xfrm>
          <a:off x="1502424" y="3454081"/>
          <a:ext cx="702828" cy="702496"/>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AE209A-968D-41FA-8C06-89B2F4FAFF88}">
      <dsp:nvSpPr>
        <dsp:cNvPr id="0" name=""/>
        <dsp:cNvSpPr/>
      </dsp:nvSpPr>
      <dsp:spPr>
        <a:xfrm>
          <a:off x="2644704" y="3158171"/>
          <a:ext cx="1515335" cy="406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46"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Step 3</a:t>
          </a:r>
        </a:p>
      </dsp:txBody>
      <dsp:txXfrm>
        <a:off x="2664542" y="3178009"/>
        <a:ext cx="1475659" cy="366699"/>
      </dsp:txXfrm>
    </dsp:sp>
    <dsp:sp modelId="{A17C466D-ED72-4880-A07F-06B62B5FE103}">
      <dsp:nvSpPr>
        <dsp:cNvPr id="0" name=""/>
        <dsp:cNvSpPr/>
      </dsp:nvSpPr>
      <dsp:spPr>
        <a:xfrm>
          <a:off x="2224434" y="2760033"/>
          <a:ext cx="702828" cy="702496"/>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E3FECD-CA73-4E1E-890D-7C5F6AF25A3D}">
      <dsp:nvSpPr>
        <dsp:cNvPr id="0" name=""/>
        <dsp:cNvSpPr/>
      </dsp:nvSpPr>
      <dsp:spPr>
        <a:xfrm>
          <a:off x="3021939" y="2266004"/>
          <a:ext cx="1515335" cy="406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46"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Step 4</a:t>
          </a:r>
        </a:p>
      </dsp:txBody>
      <dsp:txXfrm>
        <a:off x="3041777" y="2285842"/>
        <a:ext cx="1475659" cy="366699"/>
      </dsp:txXfrm>
    </dsp:sp>
    <dsp:sp modelId="{49757B59-311F-465E-9BD4-B02EA3E717BB}">
      <dsp:nvSpPr>
        <dsp:cNvPr id="0" name=""/>
        <dsp:cNvSpPr/>
      </dsp:nvSpPr>
      <dsp:spPr>
        <a:xfrm>
          <a:off x="2601669" y="1867866"/>
          <a:ext cx="702828" cy="702496"/>
        </a:xfrm>
        <a:prstGeom prst="ellipse">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C18A2B-08C8-40F2-8447-4ED012BA9BE7}">
      <dsp:nvSpPr>
        <dsp:cNvPr id="0" name=""/>
        <dsp:cNvSpPr/>
      </dsp:nvSpPr>
      <dsp:spPr>
        <a:xfrm>
          <a:off x="3231952" y="1357785"/>
          <a:ext cx="1515335" cy="4063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46"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Step 5</a:t>
          </a:r>
        </a:p>
      </dsp:txBody>
      <dsp:txXfrm>
        <a:off x="3251790" y="1377623"/>
        <a:ext cx="1475659" cy="366699"/>
      </dsp:txXfrm>
    </dsp:sp>
    <dsp:sp modelId="{39DAE7FE-3467-473A-84E0-6B232794AE9D}">
      <dsp:nvSpPr>
        <dsp:cNvPr id="0" name=""/>
        <dsp:cNvSpPr/>
      </dsp:nvSpPr>
      <dsp:spPr>
        <a:xfrm>
          <a:off x="2811681" y="959647"/>
          <a:ext cx="702828" cy="702496"/>
        </a:xfrm>
        <a:prstGeom prst="ellipse">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B61F67-4219-82BD-D357-355AA7591C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4FE2BF-AD88-9811-C6DD-79DABAC559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4DDA53-17BB-4810-91A8-94FE944ADC38}" type="datetimeFigureOut">
              <a:rPr lang="en-US" smtClean="0"/>
              <a:t>4/27/2024</a:t>
            </a:fld>
            <a:endParaRPr lang="en-US"/>
          </a:p>
        </p:txBody>
      </p:sp>
      <p:sp>
        <p:nvSpPr>
          <p:cNvPr id="4" name="Footer Placeholder 3">
            <a:extLst>
              <a:ext uri="{FF2B5EF4-FFF2-40B4-BE49-F238E27FC236}">
                <a16:creationId xmlns:a16="http://schemas.microsoft.com/office/drawing/2014/main" id="{F18F7338-476F-59A1-B752-865882DA12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9C2ED2-F5D9-8398-9B1F-9E1D760B07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8BCF56-022D-4E84-9600-36794E4DE26E}" type="slidenum">
              <a:rPr lang="en-US" smtClean="0"/>
              <a:t>‹#›</a:t>
            </a:fld>
            <a:endParaRPr lang="en-US"/>
          </a:p>
        </p:txBody>
      </p:sp>
    </p:spTree>
    <p:extLst>
      <p:ext uri="{BB962C8B-B14F-4D97-AF65-F5344CB8AC3E}">
        <p14:creationId xmlns:p14="http://schemas.microsoft.com/office/powerpoint/2010/main" val="1045505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08D30-F807-4561-A81E-6E077448AA00}" type="datetimeFigureOut">
              <a:rPr lang="en-US" smtClean="0"/>
              <a:t>4/26/2024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2C05A-7A07-4286-AA18-B883C0AF9A3B}" type="slidenum">
              <a:rPr lang="en-US" smtClean="0"/>
              <a:t>‹#›</a:t>
            </a:fld>
            <a:endParaRPr lang="en-US"/>
          </a:p>
        </p:txBody>
      </p:sp>
    </p:spTree>
    <p:extLst>
      <p:ext uri="{BB962C8B-B14F-4D97-AF65-F5344CB8AC3E}">
        <p14:creationId xmlns:p14="http://schemas.microsoft.com/office/powerpoint/2010/main" val="51318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82C05A-7A07-4286-AA18-B883C0AF9A3B}" type="slidenum">
              <a:rPr lang="en-US" smtClean="0"/>
              <a:t>1</a:t>
            </a:fld>
            <a:endParaRPr lang="en-US"/>
          </a:p>
        </p:txBody>
      </p:sp>
    </p:spTree>
    <p:extLst>
      <p:ext uri="{BB962C8B-B14F-4D97-AF65-F5344CB8AC3E}">
        <p14:creationId xmlns:p14="http://schemas.microsoft.com/office/powerpoint/2010/main" val="618507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82C05A-7A07-4286-AA18-B883C0AF9A3B}" type="slidenum">
              <a:rPr lang="en-US" smtClean="0"/>
              <a:t>2</a:t>
            </a:fld>
            <a:endParaRPr lang="en-US"/>
          </a:p>
        </p:txBody>
      </p:sp>
    </p:spTree>
    <p:extLst>
      <p:ext uri="{BB962C8B-B14F-4D97-AF65-F5344CB8AC3E}">
        <p14:creationId xmlns:p14="http://schemas.microsoft.com/office/powerpoint/2010/main" val="558726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3</a:t>
            </a:fld>
            <a:endParaRPr lang="en-US"/>
          </a:p>
        </p:txBody>
      </p:sp>
    </p:spTree>
    <p:extLst>
      <p:ext uri="{BB962C8B-B14F-4D97-AF65-F5344CB8AC3E}">
        <p14:creationId xmlns:p14="http://schemas.microsoft.com/office/powerpoint/2010/main" val="313285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82C05A-7A07-4286-AA18-B883C0AF9A3B}" type="slidenum">
              <a:rPr lang="en-US" smtClean="0"/>
              <a:t>4</a:t>
            </a:fld>
            <a:endParaRPr lang="en-US"/>
          </a:p>
        </p:txBody>
      </p:sp>
    </p:spTree>
    <p:extLst>
      <p:ext uri="{BB962C8B-B14F-4D97-AF65-F5344CB8AC3E}">
        <p14:creationId xmlns:p14="http://schemas.microsoft.com/office/powerpoint/2010/main" val="59728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82C05A-7A07-4286-AA18-B883C0AF9A3B}" type="slidenum">
              <a:rPr lang="en-US" smtClean="0"/>
              <a:t>5</a:t>
            </a:fld>
            <a:endParaRPr lang="en-US"/>
          </a:p>
        </p:txBody>
      </p:sp>
    </p:spTree>
    <p:extLst>
      <p:ext uri="{BB962C8B-B14F-4D97-AF65-F5344CB8AC3E}">
        <p14:creationId xmlns:p14="http://schemas.microsoft.com/office/powerpoint/2010/main" val="2418101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6</a:t>
            </a:fld>
            <a:endParaRPr lang="en-US"/>
          </a:p>
        </p:txBody>
      </p:sp>
    </p:spTree>
    <p:extLst>
      <p:ext uri="{BB962C8B-B14F-4D97-AF65-F5344CB8AC3E}">
        <p14:creationId xmlns:p14="http://schemas.microsoft.com/office/powerpoint/2010/main" val="1532612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7</a:t>
            </a:fld>
            <a:endParaRPr lang="en-US"/>
          </a:p>
        </p:txBody>
      </p:sp>
    </p:spTree>
    <p:extLst>
      <p:ext uri="{BB962C8B-B14F-4D97-AF65-F5344CB8AC3E}">
        <p14:creationId xmlns:p14="http://schemas.microsoft.com/office/powerpoint/2010/main" val="3222808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8</a:t>
            </a:fld>
            <a:endParaRPr lang="en-US"/>
          </a:p>
        </p:txBody>
      </p:sp>
    </p:spTree>
    <p:extLst>
      <p:ext uri="{BB962C8B-B14F-4D97-AF65-F5344CB8AC3E}">
        <p14:creationId xmlns:p14="http://schemas.microsoft.com/office/powerpoint/2010/main" val="854677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9</a:t>
            </a:fld>
            <a:endParaRPr lang="en-US"/>
          </a:p>
        </p:txBody>
      </p:sp>
    </p:spTree>
    <p:extLst>
      <p:ext uri="{BB962C8B-B14F-4D97-AF65-F5344CB8AC3E}">
        <p14:creationId xmlns:p14="http://schemas.microsoft.com/office/powerpoint/2010/main" val="346648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10</a:t>
            </a:fld>
            <a:endParaRPr lang="en-US"/>
          </a:p>
        </p:txBody>
      </p:sp>
    </p:spTree>
    <p:extLst>
      <p:ext uri="{BB962C8B-B14F-4D97-AF65-F5344CB8AC3E}">
        <p14:creationId xmlns:p14="http://schemas.microsoft.com/office/powerpoint/2010/main" val="62017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11</a:t>
            </a:fld>
            <a:endParaRPr lang="en-US"/>
          </a:p>
        </p:txBody>
      </p:sp>
    </p:spTree>
    <p:extLst>
      <p:ext uri="{BB962C8B-B14F-4D97-AF65-F5344CB8AC3E}">
        <p14:creationId xmlns:p14="http://schemas.microsoft.com/office/powerpoint/2010/main" val="3433243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12</a:t>
            </a:fld>
            <a:endParaRPr lang="en-US"/>
          </a:p>
        </p:txBody>
      </p:sp>
    </p:spTree>
    <p:extLst>
      <p:ext uri="{BB962C8B-B14F-4D97-AF65-F5344CB8AC3E}">
        <p14:creationId xmlns:p14="http://schemas.microsoft.com/office/powerpoint/2010/main" val="82519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13</a:t>
            </a:fld>
            <a:endParaRPr lang="en-US"/>
          </a:p>
        </p:txBody>
      </p:sp>
    </p:spTree>
    <p:extLst>
      <p:ext uri="{BB962C8B-B14F-4D97-AF65-F5344CB8AC3E}">
        <p14:creationId xmlns:p14="http://schemas.microsoft.com/office/powerpoint/2010/main" val="2674253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14</a:t>
            </a:fld>
            <a:endParaRPr lang="en-US"/>
          </a:p>
        </p:txBody>
      </p:sp>
    </p:spTree>
    <p:extLst>
      <p:ext uri="{BB962C8B-B14F-4D97-AF65-F5344CB8AC3E}">
        <p14:creationId xmlns:p14="http://schemas.microsoft.com/office/powerpoint/2010/main" val="2466391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15</a:t>
            </a:fld>
            <a:endParaRPr lang="en-US"/>
          </a:p>
        </p:txBody>
      </p:sp>
    </p:spTree>
    <p:extLst>
      <p:ext uri="{BB962C8B-B14F-4D97-AF65-F5344CB8AC3E}">
        <p14:creationId xmlns:p14="http://schemas.microsoft.com/office/powerpoint/2010/main" val="29179485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3.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0" y="604157"/>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841863" y="987229"/>
            <a:ext cx="8508273" cy="4968000"/>
          </a:xfrm>
        </p:spPr>
        <p:txBody>
          <a:bodyPr anchor="ctr">
            <a:noAutofit/>
          </a:bodyPr>
          <a:lstStyle>
            <a:lvl1pPr algn="ctr">
              <a:defRPr sz="7200"/>
            </a:lvl1pPr>
          </a:lstStyle>
          <a:p>
            <a:r>
              <a:rPr lang="en-US"/>
              <a:t>Click to add title</a:t>
            </a:r>
          </a:p>
        </p:txBody>
      </p:sp>
    </p:spTree>
    <p:extLst>
      <p:ext uri="{BB962C8B-B14F-4D97-AF65-F5344CB8AC3E}">
        <p14:creationId xmlns:p14="http://schemas.microsoft.com/office/powerpoint/2010/main" val="27349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716"/>
          <a:stretch/>
        </p:blipFill>
        <p:spPr>
          <a:xfrm rot="16200000">
            <a:off x="9722190" y="160175"/>
            <a:ext cx="2394401" cy="2545223"/>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1140620" y="2616531"/>
            <a:ext cx="2394401" cy="4086444"/>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userDrawn="1"/>
        </p:nvGrpSpPr>
        <p:grpSpPr>
          <a:xfrm>
            <a:off x="3594100" y="380999"/>
            <a:ext cx="4972050" cy="56254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userDrawn="1"/>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userDrawn="1"/>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A0CBAEB-0BE9-F75E-CB8D-A411C52E889A}"/>
                  </a:ext>
                </a:extLst>
              </p:cNvPr>
              <p:cNvSpPr/>
              <p:nvPr userDrawn="1"/>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EDFCBD7-3731-A5D1-BB82-218531D6BA6E}"/>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2B1D16B-1A18-4890-4596-F24DD1C0BA94}"/>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98E60AF-0ABD-505A-4D5D-18B025CCA331}"/>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3957068" y="851547"/>
            <a:ext cx="4275364" cy="1729089"/>
          </a:xfrm>
        </p:spPr>
        <p:txBody>
          <a:bodyPr anchor="ctr"/>
          <a:lstStyle>
            <a:lvl1pPr>
              <a:defRPr sz="3200"/>
            </a:lvl1pPr>
          </a:lstStyle>
          <a:p>
            <a:r>
              <a:rPr lang="en-US"/>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3947886" y="2800812"/>
            <a:ext cx="4275364" cy="2955095"/>
          </a:xfrm>
        </p:spPr>
        <p:txBody>
          <a:bodyPr tIns="0" bIns="0"/>
          <a:lstStyle>
            <a:lvl1pPr>
              <a:lnSpc>
                <a:spcPct val="100000"/>
              </a:lnSpc>
              <a:defRPr sz="2400">
                <a:latin typeface="Aptos" panose="020B0004020202020204" pitchFamily="34" charset="0"/>
              </a:defRPr>
            </a:lvl1pPr>
            <a:lvl2pPr>
              <a:lnSpc>
                <a:spcPct val="100000"/>
              </a:lnSpc>
              <a:defRPr sz="2400">
                <a:latin typeface="Aptos" panose="020B0004020202020204" pitchFamily="34" charset="0"/>
              </a:defRPr>
            </a:lvl2pPr>
            <a:lvl3pPr>
              <a:lnSpc>
                <a:spcPct val="100000"/>
              </a:lnSpc>
              <a:defRPr sz="2000">
                <a:latin typeface="Aptos" panose="020B0004020202020204" pitchFamily="34" charset="0"/>
              </a:defRPr>
            </a:lvl3pPr>
            <a:lvl4pPr>
              <a:lnSpc>
                <a:spcPct val="100000"/>
              </a:lnSpc>
              <a:defRPr sz="1800">
                <a:latin typeface="Aptos" panose="020B0004020202020204" pitchFamily="34" charset="0"/>
              </a:defRPr>
            </a:lvl4pPr>
            <a:lvl5pPr>
              <a:lnSpc>
                <a:spcPct val="100000"/>
              </a:lnSpc>
              <a:defRPr sz="18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A2050F2-6AE4-C62A-86F6-C6865B3C3C0D}"/>
              </a:ext>
            </a:extLst>
          </p:cNvPr>
          <p:cNvGrpSpPr/>
          <p:nvPr userDrawn="1"/>
        </p:nvGrpSpPr>
        <p:grpSpPr>
          <a:xfrm>
            <a:off x="0" y="6296025"/>
            <a:ext cx="12192000" cy="547550"/>
            <a:chOff x="0" y="6296025"/>
            <a:chExt cx="12192000" cy="547550"/>
          </a:xfrm>
        </p:grpSpPr>
        <p:sp>
          <p:nvSpPr>
            <p:cNvPr id="3" name="Rectangle 2">
              <a:extLst>
                <a:ext uri="{FF2B5EF4-FFF2-40B4-BE49-F238E27FC236}">
                  <a16:creationId xmlns:a16="http://schemas.microsoft.com/office/drawing/2014/main" id="{69B1B7CC-DE6B-74AB-109A-0C30CBF2D8CF}"/>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8F6D217-40B0-138B-65A1-B46A9E2A3CCA}"/>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B64DB91-2976-2F7B-4B6D-F439D9F28EEC}"/>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299C95C-91C7-9408-834E-B4ADE448B6F8}"/>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5012674E-C203-9C98-5B4F-676154DB54E2}"/>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3352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236624"/>
            <a:ext cx="11430000" cy="1643136"/>
            <a:chOff x="1698170" y="691024"/>
            <a:chExt cx="11430000" cy="1643136"/>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6"/>
              <a:chOff x="1466849" y="380320"/>
              <a:chExt cx="12031205" cy="1729564"/>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8" name="Rectangle 37">
            <a:extLst>
              <a:ext uri="{FF2B5EF4-FFF2-40B4-BE49-F238E27FC236}">
                <a16:creationId xmlns:a16="http://schemas.microsoft.com/office/drawing/2014/main" id="{921D068B-EDAE-2B09-0C52-3807110CD594}"/>
              </a:ext>
            </a:extLst>
          </p:cNvPr>
          <p:cNvSpPr/>
          <p:nvPr userDrawn="1"/>
        </p:nvSpPr>
        <p:spPr>
          <a:xfrm>
            <a:off x="381000" y="2042645"/>
            <a:ext cx="11429998" cy="457873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826380"/>
            <a:ext cx="10907016" cy="922516"/>
          </a:xfrm>
        </p:spPr>
        <p:txBody>
          <a:bodyPr tIns="182880"/>
          <a:lstStyle>
            <a:lvl1pPr algn="l">
              <a:defRPr sz="3200"/>
            </a:lvl1pPr>
          </a:lstStyle>
          <a:p>
            <a:r>
              <a:rPr lang="en-US"/>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641350" y="2282933"/>
            <a:ext cx="10813580" cy="4098615"/>
          </a:xfrm>
        </p:spPr>
        <p:txBody>
          <a:bodyPr/>
          <a:lstStyle>
            <a:lvl1pPr>
              <a:defRPr sz="2400">
                <a:latin typeface="Aptos" panose="020B0004020202020204" pitchFamily="34" charset="0"/>
              </a:defRPr>
            </a:lvl1pPr>
            <a:lvl2pPr>
              <a:defRPr sz="2400">
                <a:latin typeface="Aptos" panose="020B0004020202020204" pitchFamily="34" charset="0"/>
              </a:defRPr>
            </a:lvl2pPr>
            <a:lvl3pPr>
              <a:defRPr sz="2400">
                <a:latin typeface="Aptos" panose="020B0004020202020204" pitchFamily="34" charset="0"/>
              </a:defRPr>
            </a:lvl3pPr>
            <a:lvl4pPr>
              <a:defRPr sz="2400">
                <a:latin typeface="Aptos" panose="020B0004020202020204" pitchFamily="34" charset="0"/>
              </a:defRPr>
            </a:lvl4pPr>
            <a:lvl5pPr>
              <a:defRPr sz="2400">
                <a:latin typeface="Aptos" panose="020B0004020202020204" pitchFamily="34" charset="0"/>
              </a:defRPr>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TextBox 29">
            <a:extLst>
              <a:ext uri="{FF2B5EF4-FFF2-40B4-BE49-F238E27FC236}">
                <a16:creationId xmlns:a16="http://schemas.microsoft.com/office/drawing/2014/main" id="{6EB54B4A-9772-F927-6F6D-0D9CF189F558}"/>
              </a:ext>
            </a:extLst>
          </p:cNvPr>
          <p:cNvSpPr txBox="1"/>
          <p:nvPr userDrawn="1"/>
        </p:nvSpPr>
        <p:spPr>
          <a:xfrm>
            <a:off x="1388701" y="290087"/>
            <a:ext cx="10280784" cy="369332"/>
          </a:xfrm>
          <a:prstGeom prst="rect">
            <a:avLst/>
          </a:prstGeom>
          <a:noFill/>
        </p:spPr>
        <p:txBody>
          <a:bodyPr wrap="square" rtlCol="0">
            <a:spAutoFit/>
          </a:bodyPr>
          <a:lstStyle/>
          <a:p>
            <a:r>
              <a:rPr lang="en-PH" b="1">
                <a:solidFill>
                  <a:schemeClr val="bg1"/>
                </a:solidFill>
              </a:rPr>
              <a:t>CSW Training for LGUs</a:t>
            </a:r>
          </a:p>
        </p:txBody>
      </p:sp>
    </p:spTree>
    <p:extLst>
      <p:ext uri="{BB962C8B-B14F-4D97-AF65-F5344CB8AC3E}">
        <p14:creationId xmlns:p14="http://schemas.microsoft.com/office/powerpoint/2010/main" val="3646543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236624"/>
            <a:ext cx="11430000" cy="470550"/>
            <a:chOff x="1698170" y="691024"/>
            <a:chExt cx="11430000" cy="470550"/>
          </a:xfrm>
        </p:grpSpPr>
        <p:sp>
          <p:nvSpPr>
            <p:cNvPr id="29" name="Rectangle 28">
              <a:extLst>
                <a:ext uri="{FF2B5EF4-FFF2-40B4-BE49-F238E27FC236}">
                  <a16:creationId xmlns:a16="http://schemas.microsoft.com/office/drawing/2014/main" id="{F2119DFF-8596-5767-9E16-1F5D2A0890B0}"/>
                </a:ext>
              </a:extLst>
            </p:cNvPr>
            <p:cNvSpPr/>
            <p:nvPr userDrawn="1"/>
          </p:nvSpPr>
          <p:spPr>
            <a:xfrm>
              <a:off x="1698170" y="691024"/>
              <a:ext cx="11430000"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8" name="Rectangle 37">
            <a:extLst>
              <a:ext uri="{FF2B5EF4-FFF2-40B4-BE49-F238E27FC236}">
                <a16:creationId xmlns:a16="http://schemas.microsoft.com/office/drawing/2014/main" id="{921D068B-EDAE-2B09-0C52-3807110CD594}"/>
              </a:ext>
            </a:extLst>
          </p:cNvPr>
          <p:cNvSpPr/>
          <p:nvPr userDrawn="1"/>
        </p:nvSpPr>
        <p:spPr>
          <a:xfrm>
            <a:off x="381000" y="707175"/>
            <a:ext cx="11429998" cy="591420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641350" y="1001027"/>
            <a:ext cx="10813580" cy="5380521"/>
          </a:xfrm>
        </p:spPr>
        <p:txBody>
          <a:bodyPr/>
          <a:lstStyle>
            <a:lvl1pPr>
              <a:defRPr sz="2400">
                <a:latin typeface="Aptos" panose="020B0004020202020204" pitchFamily="34" charset="0"/>
              </a:defRPr>
            </a:lvl1pPr>
            <a:lvl2pPr>
              <a:defRPr sz="2400">
                <a:latin typeface="Aptos" panose="020B0004020202020204" pitchFamily="34" charset="0"/>
              </a:defRPr>
            </a:lvl2pPr>
            <a:lvl3pPr>
              <a:defRPr sz="2400">
                <a:latin typeface="Aptos" panose="020B0004020202020204" pitchFamily="34" charset="0"/>
              </a:defRPr>
            </a:lvl3pPr>
            <a:lvl4pPr>
              <a:defRPr sz="2400">
                <a:latin typeface="Aptos" panose="020B0004020202020204" pitchFamily="34" charset="0"/>
              </a:defRPr>
            </a:lvl4pPr>
            <a:lvl5pPr>
              <a:defRPr sz="2400">
                <a:latin typeface="Aptos" panose="020B0004020202020204" pitchFamily="34" charset="0"/>
              </a:defRPr>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TextBox 29">
            <a:extLst>
              <a:ext uri="{FF2B5EF4-FFF2-40B4-BE49-F238E27FC236}">
                <a16:creationId xmlns:a16="http://schemas.microsoft.com/office/drawing/2014/main" id="{6EB54B4A-9772-F927-6F6D-0D9CF189F558}"/>
              </a:ext>
            </a:extLst>
          </p:cNvPr>
          <p:cNvSpPr txBox="1"/>
          <p:nvPr userDrawn="1"/>
        </p:nvSpPr>
        <p:spPr>
          <a:xfrm>
            <a:off x="1388701" y="290086"/>
            <a:ext cx="8015181" cy="369332"/>
          </a:xfrm>
          <a:prstGeom prst="rect">
            <a:avLst/>
          </a:prstGeom>
          <a:noFill/>
        </p:spPr>
        <p:txBody>
          <a:bodyPr wrap="square" rtlCol="0">
            <a:spAutoFit/>
          </a:bodyPr>
          <a:lstStyle/>
          <a:p>
            <a:r>
              <a:rPr lang="en-PH" b="1">
                <a:solidFill>
                  <a:schemeClr val="bg1"/>
                </a:solidFill>
              </a:rPr>
              <a:t>CSW Training for LGUs</a:t>
            </a:r>
          </a:p>
        </p:txBody>
      </p:sp>
      <p:sp>
        <p:nvSpPr>
          <p:cNvPr id="2" name="TextBox 1">
            <a:extLst>
              <a:ext uri="{FF2B5EF4-FFF2-40B4-BE49-F238E27FC236}">
                <a16:creationId xmlns:a16="http://schemas.microsoft.com/office/drawing/2014/main" id="{EC96C4C9-3BC1-67CE-F64F-A1D0F12E891F}"/>
              </a:ext>
            </a:extLst>
          </p:cNvPr>
          <p:cNvSpPr txBox="1"/>
          <p:nvPr userDrawn="1"/>
        </p:nvSpPr>
        <p:spPr>
          <a:xfrm>
            <a:off x="8980369" y="309207"/>
            <a:ext cx="2792442" cy="338554"/>
          </a:xfrm>
          <a:prstGeom prst="rect">
            <a:avLst/>
          </a:prstGeom>
          <a:noFill/>
        </p:spPr>
        <p:txBody>
          <a:bodyPr wrap="square" rtlCol="0">
            <a:spAutoFit/>
          </a:bodyPr>
          <a:lstStyle/>
          <a:p>
            <a:pPr algn="r"/>
            <a:r>
              <a:rPr lang="en-PH" sz="1600" b="1" i="1">
                <a:solidFill>
                  <a:schemeClr val="bg1"/>
                </a:solidFill>
                <a:latin typeface="Aptos" panose="020B0004020202020204" pitchFamily="34" charset="0"/>
              </a:rPr>
              <a:t>Continuation…</a:t>
            </a:r>
          </a:p>
        </p:txBody>
      </p:sp>
    </p:spTree>
    <p:extLst>
      <p:ext uri="{BB962C8B-B14F-4D97-AF65-F5344CB8AC3E}">
        <p14:creationId xmlns:p14="http://schemas.microsoft.com/office/powerpoint/2010/main" val="1888831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236624"/>
            <a:ext cx="11430000" cy="1643136"/>
            <a:chOff x="1698170" y="691024"/>
            <a:chExt cx="11430000" cy="1643136"/>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6"/>
              <a:chOff x="1466849" y="380320"/>
              <a:chExt cx="12031205" cy="1729564"/>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8" name="Rectangle 37">
            <a:extLst>
              <a:ext uri="{FF2B5EF4-FFF2-40B4-BE49-F238E27FC236}">
                <a16:creationId xmlns:a16="http://schemas.microsoft.com/office/drawing/2014/main" id="{921D068B-EDAE-2B09-0C52-3807110CD594}"/>
              </a:ext>
            </a:extLst>
          </p:cNvPr>
          <p:cNvSpPr/>
          <p:nvPr userDrawn="1"/>
        </p:nvSpPr>
        <p:spPr>
          <a:xfrm>
            <a:off x="381000" y="2042645"/>
            <a:ext cx="7251834" cy="457873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826380"/>
            <a:ext cx="10907016" cy="922516"/>
          </a:xfrm>
        </p:spPr>
        <p:txBody>
          <a:bodyPr tIns="182880"/>
          <a:lstStyle>
            <a:lvl1pPr algn="l">
              <a:defRPr sz="3200"/>
            </a:lvl1pPr>
          </a:lstStyle>
          <a:p>
            <a:r>
              <a:rPr lang="en-US"/>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641350" y="2282933"/>
            <a:ext cx="6860744" cy="4098615"/>
          </a:xfrm>
        </p:spPr>
        <p:txBody>
          <a:bodyPr/>
          <a:lstStyle>
            <a:lvl1pPr>
              <a:defRPr sz="2400">
                <a:latin typeface="Aptos" panose="020B0004020202020204" pitchFamily="34" charset="0"/>
              </a:defRPr>
            </a:lvl1pPr>
            <a:lvl2pPr>
              <a:defRPr sz="2400">
                <a:latin typeface="Aptos" panose="020B0004020202020204" pitchFamily="34" charset="0"/>
              </a:defRPr>
            </a:lvl2pPr>
            <a:lvl3pPr>
              <a:defRPr sz="2400">
                <a:latin typeface="Aptos" panose="020B0004020202020204" pitchFamily="34" charset="0"/>
              </a:defRPr>
            </a:lvl3pPr>
            <a:lvl4pPr>
              <a:defRPr sz="2400">
                <a:latin typeface="Aptos" panose="020B0004020202020204" pitchFamily="34" charset="0"/>
              </a:defRPr>
            </a:lvl4pPr>
            <a:lvl5pPr>
              <a:defRPr sz="2400">
                <a:latin typeface="Aptos" panose="020B0004020202020204" pitchFamily="34" charset="0"/>
              </a:defRPr>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TextBox 29">
            <a:extLst>
              <a:ext uri="{FF2B5EF4-FFF2-40B4-BE49-F238E27FC236}">
                <a16:creationId xmlns:a16="http://schemas.microsoft.com/office/drawing/2014/main" id="{6EB54B4A-9772-F927-6F6D-0D9CF189F558}"/>
              </a:ext>
            </a:extLst>
          </p:cNvPr>
          <p:cNvSpPr txBox="1"/>
          <p:nvPr userDrawn="1"/>
        </p:nvSpPr>
        <p:spPr>
          <a:xfrm>
            <a:off x="1388701" y="290087"/>
            <a:ext cx="10280784" cy="369332"/>
          </a:xfrm>
          <a:prstGeom prst="rect">
            <a:avLst/>
          </a:prstGeom>
          <a:noFill/>
        </p:spPr>
        <p:txBody>
          <a:bodyPr wrap="square" rtlCol="0">
            <a:spAutoFit/>
          </a:bodyPr>
          <a:lstStyle/>
          <a:p>
            <a:r>
              <a:rPr lang="en-PH" b="1">
                <a:solidFill>
                  <a:schemeClr val="bg1"/>
                </a:solidFill>
              </a:rPr>
              <a:t>CSW Training for LGUs</a:t>
            </a:r>
          </a:p>
        </p:txBody>
      </p:sp>
      <p:sp>
        <p:nvSpPr>
          <p:cNvPr id="2" name="Rectangle 1">
            <a:extLst>
              <a:ext uri="{FF2B5EF4-FFF2-40B4-BE49-F238E27FC236}">
                <a16:creationId xmlns:a16="http://schemas.microsoft.com/office/drawing/2014/main" id="{72449ECB-951F-22CF-BACE-F673A1DA312E}"/>
              </a:ext>
              <a:ext uri="{C183D7F6-B498-43B3-948B-1728B52AA6E4}">
                <adec:decorative xmlns:adec="http://schemas.microsoft.com/office/drawing/2017/decorative" val="1"/>
              </a:ext>
            </a:extLst>
          </p:cNvPr>
          <p:cNvSpPr/>
          <p:nvPr userDrawn="1"/>
        </p:nvSpPr>
        <p:spPr>
          <a:xfrm>
            <a:off x="7865245" y="2504493"/>
            <a:ext cx="3945435" cy="411688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DEB73CA-016D-CE4E-D5A3-93E221BDB6DD}"/>
              </a:ext>
              <a:ext uri="{C183D7F6-B498-43B3-948B-1728B52AA6E4}">
                <adec:decorative xmlns:adec="http://schemas.microsoft.com/office/drawing/2017/decorative" val="1"/>
              </a:ext>
            </a:extLst>
          </p:cNvPr>
          <p:cNvSpPr/>
          <p:nvPr userDrawn="1"/>
        </p:nvSpPr>
        <p:spPr>
          <a:xfrm>
            <a:off x="7865245" y="2033943"/>
            <a:ext cx="3945435" cy="390417"/>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6F1F1695-DA01-96CF-D6DF-F837778B2B7E}"/>
              </a:ext>
              <a:ext uri="{C183D7F6-B498-43B3-948B-1728B52AA6E4}">
                <adec:decorative xmlns:adec="http://schemas.microsoft.com/office/drawing/2017/decorative" val="1"/>
              </a:ext>
            </a:extLst>
          </p:cNvPr>
          <p:cNvGrpSpPr/>
          <p:nvPr userDrawn="1"/>
        </p:nvGrpSpPr>
        <p:grpSpPr>
          <a:xfrm>
            <a:off x="8006761" y="2158212"/>
            <a:ext cx="735034" cy="176123"/>
            <a:chOff x="1883229" y="800099"/>
            <a:chExt cx="810985" cy="212272"/>
          </a:xfrm>
        </p:grpSpPr>
        <p:sp>
          <p:nvSpPr>
            <p:cNvPr id="6" name="Oval 5">
              <a:extLst>
                <a:ext uri="{FF2B5EF4-FFF2-40B4-BE49-F238E27FC236}">
                  <a16:creationId xmlns:a16="http://schemas.microsoft.com/office/drawing/2014/main" id="{CA2A63AD-C3F8-3845-5A47-E561E8B1540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9A8DC1E-4E8E-CE66-7596-BB21710C5D9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DBBAE77-1406-C5A8-E52C-6CEA8E7DC00F}"/>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Picture Placeholder 35">
            <a:extLst>
              <a:ext uri="{FF2B5EF4-FFF2-40B4-BE49-F238E27FC236}">
                <a16:creationId xmlns:a16="http://schemas.microsoft.com/office/drawing/2014/main" id="{4F1805ED-2E74-4879-1D17-634C2EEC1CDD}"/>
              </a:ext>
            </a:extLst>
          </p:cNvPr>
          <p:cNvSpPr>
            <a:spLocks noGrp="1"/>
          </p:cNvSpPr>
          <p:nvPr>
            <p:ph type="pic" sz="quarter" idx="18"/>
          </p:nvPr>
        </p:nvSpPr>
        <p:spPr>
          <a:xfrm>
            <a:off x="7893184" y="2534307"/>
            <a:ext cx="3895190" cy="4033606"/>
          </a:xfrm>
        </p:spPr>
        <p:txBody>
          <a:bodyPr/>
          <a:lstStyle>
            <a:lvl1pPr marL="0" indent="0" algn="ctr">
              <a:buNone/>
              <a:defRPr sz="2000">
                <a:latin typeface="Aptos" panose="020B0004020202020204" pitchFamily="34" charset="0"/>
              </a:defRPr>
            </a:lvl1pPr>
          </a:lstStyle>
          <a:p>
            <a:r>
              <a:rPr lang="en-US"/>
              <a:t>Click icon to add picture</a:t>
            </a:r>
          </a:p>
        </p:txBody>
      </p:sp>
    </p:spTree>
    <p:extLst>
      <p:ext uri="{BB962C8B-B14F-4D97-AF65-F5344CB8AC3E}">
        <p14:creationId xmlns:p14="http://schemas.microsoft.com/office/powerpoint/2010/main" val="3966987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236624"/>
            <a:ext cx="11430000" cy="1643136"/>
            <a:chOff x="1698170" y="691024"/>
            <a:chExt cx="11430000" cy="1643136"/>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6"/>
              <a:chOff x="1466849" y="380320"/>
              <a:chExt cx="12031205" cy="1729564"/>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8" name="Rectangle 37">
            <a:extLst>
              <a:ext uri="{FF2B5EF4-FFF2-40B4-BE49-F238E27FC236}">
                <a16:creationId xmlns:a16="http://schemas.microsoft.com/office/drawing/2014/main" id="{921D068B-EDAE-2B09-0C52-3807110CD594}"/>
              </a:ext>
            </a:extLst>
          </p:cNvPr>
          <p:cNvSpPr/>
          <p:nvPr userDrawn="1"/>
        </p:nvSpPr>
        <p:spPr>
          <a:xfrm>
            <a:off x="4548391" y="2042645"/>
            <a:ext cx="7251834" cy="457873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826380"/>
            <a:ext cx="10907016" cy="922516"/>
          </a:xfrm>
        </p:spPr>
        <p:txBody>
          <a:bodyPr tIns="182880"/>
          <a:lstStyle>
            <a:lvl1pPr algn="l">
              <a:defRPr sz="3200"/>
            </a:lvl1pPr>
          </a:lstStyle>
          <a:p>
            <a:r>
              <a:rPr lang="en-US"/>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808741" y="2282933"/>
            <a:ext cx="6860744" cy="4098615"/>
          </a:xfrm>
        </p:spPr>
        <p:txBody>
          <a:bodyPr/>
          <a:lstStyle>
            <a:lvl1pPr>
              <a:defRPr sz="2400">
                <a:latin typeface="Aptos" panose="020B0004020202020204" pitchFamily="34" charset="0"/>
              </a:defRPr>
            </a:lvl1pPr>
            <a:lvl2pPr>
              <a:defRPr sz="2400">
                <a:latin typeface="Aptos" panose="020B0004020202020204" pitchFamily="34" charset="0"/>
              </a:defRPr>
            </a:lvl2pPr>
            <a:lvl3pPr>
              <a:defRPr sz="2400">
                <a:latin typeface="Aptos" panose="020B0004020202020204" pitchFamily="34" charset="0"/>
              </a:defRPr>
            </a:lvl3pPr>
            <a:lvl4pPr>
              <a:defRPr sz="2400">
                <a:latin typeface="Aptos" panose="020B0004020202020204" pitchFamily="34" charset="0"/>
              </a:defRPr>
            </a:lvl4pPr>
            <a:lvl5pPr>
              <a:defRPr sz="2400">
                <a:latin typeface="Aptos" panose="020B0004020202020204" pitchFamily="34" charset="0"/>
              </a:defRPr>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TextBox 29">
            <a:extLst>
              <a:ext uri="{FF2B5EF4-FFF2-40B4-BE49-F238E27FC236}">
                <a16:creationId xmlns:a16="http://schemas.microsoft.com/office/drawing/2014/main" id="{6EB54B4A-9772-F927-6F6D-0D9CF189F558}"/>
              </a:ext>
            </a:extLst>
          </p:cNvPr>
          <p:cNvSpPr txBox="1"/>
          <p:nvPr userDrawn="1"/>
        </p:nvSpPr>
        <p:spPr>
          <a:xfrm>
            <a:off x="1388701" y="290087"/>
            <a:ext cx="10280784" cy="369332"/>
          </a:xfrm>
          <a:prstGeom prst="rect">
            <a:avLst/>
          </a:prstGeom>
          <a:noFill/>
        </p:spPr>
        <p:txBody>
          <a:bodyPr wrap="square" rtlCol="0">
            <a:spAutoFit/>
          </a:bodyPr>
          <a:lstStyle/>
          <a:p>
            <a:r>
              <a:rPr lang="en-PH" b="1">
                <a:solidFill>
                  <a:schemeClr val="bg1"/>
                </a:solidFill>
              </a:rPr>
              <a:t>CSW Training for LGUs</a:t>
            </a:r>
          </a:p>
        </p:txBody>
      </p:sp>
      <p:sp>
        <p:nvSpPr>
          <p:cNvPr id="11" name="Rectangle 10">
            <a:extLst>
              <a:ext uri="{FF2B5EF4-FFF2-40B4-BE49-F238E27FC236}">
                <a16:creationId xmlns:a16="http://schemas.microsoft.com/office/drawing/2014/main" id="{72449ECB-951F-22CF-BACE-F673A1DA312E}"/>
              </a:ext>
              <a:ext uri="{C183D7F6-B498-43B3-948B-1728B52AA6E4}">
                <adec:decorative xmlns:adec="http://schemas.microsoft.com/office/drawing/2017/decorative" val="1"/>
              </a:ext>
            </a:extLst>
          </p:cNvPr>
          <p:cNvSpPr/>
          <p:nvPr userDrawn="1"/>
        </p:nvSpPr>
        <p:spPr>
          <a:xfrm>
            <a:off x="391775" y="2513195"/>
            <a:ext cx="3945435" cy="411688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EB73CA-016D-CE4E-D5A3-93E221BDB6DD}"/>
              </a:ext>
              <a:ext uri="{C183D7F6-B498-43B3-948B-1728B52AA6E4}">
                <adec:decorative xmlns:adec="http://schemas.microsoft.com/office/drawing/2017/decorative" val="1"/>
              </a:ext>
            </a:extLst>
          </p:cNvPr>
          <p:cNvSpPr/>
          <p:nvPr userDrawn="1"/>
        </p:nvSpPr>
        <p:spPr>
          <a:xfrm>
            <a:off x="391775" y="2042645"/>
            <a:ext cx="3945435" cy="390417"/>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F1F1695-DA01-96CF-D6DF-F837778B2B7E}"/>
              </a:ext>
              <a:ext uri="{C183D7F6-B498-43B3-948B-1728B52AA6E4}">
                <adec:decorative xmlns:adec="http://schemas.microsoft.com/office/drawing/2017/decorative" val="1"/>
              </a:ext>
            </a:extLst>
          </p:cNvPr>
          <p:cNvGrpSpPr/>
          <p:nvPr userDrawn="1"/>
        </p:nvGrpSpPr>
        <p:grpSpPr>
          <a:xfrm>
            <a:off x="533291" y="2166914"/>
            <a:ext cx="735034" cy="176123"/>
            <a:chOff x="1883229" y="800099"/>
            <a:chExt cx="810985" cy="212272"/>
          </a:xfrm>
        </p:grpSpPr>
        <p:sp>
          <p:nvSpPr>
            <p:cNvPr id="14" name="Oval 13">
              <a:extLst>
                <a:ext uri="{FF2B5EF4-FFF2-40B4-BE49-F238E27FC236}">
                  <a16:creationId xmlns:a16="http://schemas.microsoft.com/office/drawing/2014/main" id="{CA2A63AD-C3F8-3845-5A47-E561E8B1540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9A8DC1E-4E8E-CE66-7596-BB21710C5D9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DBBAE77-1406-C5A8-E52C-6CEA8E7DC00F}"/>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Picture Placeholder 35">
            <a:extLst>
              <a:ext uri="{FF2B5EF4-FFF2-40B4-BE49-F238E27FC236}">
                <a16:creationId xmlns:a16="http://schemas.microsoft.com/office/drawing/2014/main" id="{4F1805ED-2E74-4879-1D17-634C2EEC1CDD}"/>
              </a:ext>
            </a:extLst>
          </p:cNvPr>
          <p:cNvSpPr>
            <a:spLocks noGrp="1"/>
          </p:cNvSpPr>
          <p:nvPr>
            <p:ph type="pic" sz="quarter" idx="18"/>
          </p:nvPr>
        </p:nvSpPr>
        <p:spPr>
          <a:xfrm>
            <a:off x="419714" y="2543009"/>
            <a:ext cx="3895190" cy="4033606"/>
          </a:xfrm>
        </p:spPr>
        <p:txBody>
          <a:bodyPr/>
          <a:lstStyle>
            <a:lvl1pPr marL="0" indent="0" algn="ctr">
              <a:buNone/>
              <a:defRPr sz="2000">
                <a:latin typeface="Aptos" panose="020B0004020202020204" pitchFamily="34" charset="0"/>
              </a:defRPr>
            </a:lvl1pPr>
          </a:lstStyle>
          <a:p>
            <a:r>
              <a:rPr lang="en-US"/>
              <a:t>Click icon to add picture</a:t>
            </a:r>
          </a:p>
        </p:txBody>
      </p:sp>
    </p:spTree>
    <p:extLst>
      <p:ext uri="{BB962C8B-B14F-4D97-AF65-F5344CB8AC3E}">
        <p14:creationId xmlns:p14="http://schemas.microsoft.com/office/powerpoint/2010/main" val="226785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34784" y="1059463"/>
            <a:ext cx="6008915" cy="4431932"/>
          </a:xfrm>
        </p:spPr>
        <p:txBody>
          <a:bodyPr/>
          <a:lstStyle>
            <a:lvl1pPr algn="ctr">
              <a:defRPr sz="6000"/>
            </a:lvl1pPr>
          </a:lstStyle>
          <a:p>
            <a:r>
              <a:rPr lang="en-US"/>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81871" y="881363"/>
            <a:ext cx="4297680" cy="4937760"/>
          </a:xfrm>
        </p:spPr>
        <p:txBody>
          <a:bodyPr/>
          <a:lstStyle>
            <a:lvl1pPr marL="0" indent="0" algn="ctr">
              <a:buNone/>
              <a:defRPr sz="2000">
                <a:latin typeface="Aptos" panose="020B0004020202020204" pitchFamily="34" charset="0"/>
              </a:defRPr>
            </a:lvl1pPr>
          </a:lstStyle>
          <a:p>
            <a:r>
              <a:rPr lang="en-US"/>
              <a:t>Click icon to add picture</a:t>
            </a:r>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C5A5EB4B-32E6-80CB-9BEE-D278CB8AED71}"/>
              </a:ext>
            </a:extLst>
          </p:cNvPr>
          <p:cNvGrpSpPr/>
          <p:nvPr userDrawn="1"/>
        </p:nvGrpSpPr>
        <p:grpSpPr>
          <a:xfrm>
            <a:off x="0" y="6296025"/>
            <a:ext cx="12192000" cy="547550"/>
            <a:chOff x="0" y="6296025"/>
            <a:chExt cx="12192000" cy="547550"/>
          </a:xfrm>
        </p:grpSpPr>
        <p:sp>
          <p:nvSpPr>
            <p:cNvPr id="27" name="Rectangle 26">
              <a:extLst>
                <a:ext uri="{FF2B5EF4-FFF2-40B4-BE49-F238E27FC236}">
                  <a16:creationId xmlns:a16="http://schemas.microsoft.com/office/drawing/2014/main" id="{F7E71A8F-9B4D-BF38-BA55-3A0CB9A35C5F}"/>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54D15FA-D8C4-CEB9-DDAD-CA1EF76E83FC}"/>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35ADAEC-C480-2BCA-AF5C-BBC20EFE97EB}"/>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73B327D-4D58-D12B-2CB9-DB4332178281}"/>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B2A121B9-F24D-1308-3F5E-83C21754D301}"/>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104480642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5055411" y="866644"/>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5055411" y="396095"/>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196927" y="520364"/>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409196" y="1074559"/>
            <a:ext cx="6008915" cy="4431932"/>
          </a:xfrm>
        </p:spPr>
        <p:txBody>
          <a:bodyPr/>
          <a:lstStyle>
            <a:lvl1pPr algn="ctr">
              <a:defRPr sz="6000"/>
            </a:lvl1pPr>
          </a:lstStyle>
          <a:p>
            <a:r>
              <a:rPr lang="en-US"/>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C5A5EB4B-32E6-80CB-9BEE-D278CB8AED71}"/>
              </a:ext>
            </a:extLst>
          </p:cNvPr>
          <p:cNvGrpSpPr/>
          <p:nvPr userDrawn="1"/>
        </p:nvGrpSpPr>
        <p:grpSpPr>
          <a:xfrm>
            <a:off x="0" y="6296025"/>
            <a:ext cx="12192000" cy="547550"/>
            <a:chOff x="0" y="6296025"/>
            <a:chExt cx="12192000" cy="547550"/>
          </a:xfrm>
        </p:grpSpPr>
        <p:sp>
          <p:nvSpPr>
            <p:cNvPr id="27" name="Rectangle 26">
              <a:extLst>
                <a:ext uri="{FF2B5EF4-FFF2-40B4-BE49-F238E27FC236}">
                  <a16:creationId xmlns:a16="http://schemas.microsoft.com/office/drawing/2014/main" id="{F7E71A8F-9B4D-BF38-BA55-3A0CB9A35C5F}"/>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54D15FA-D8C4-CEB9-DDAD-CA1EF76E83FC}"/>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35ADAEC-C480-2BCA-AF5C-BBC20EFE97EB}"/>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73B327D-4D58-D12B-2CB9-DB4332178281}"/>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B2A121B9-F24D-1308-3F5E-83C21754D301}"/>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
        <p:nvSpPr>
          <p:cNvPr id="7" name="Rectangle 6">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448608" y="866644"/>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448608" y="396095"/>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590123" y="520364"/>
            <a:ext cx="810985" cy="212272"/>
            <a:chOff x="1883229" y="800099"/>
            <a:chExt cx="810985" cy="212272"/>
          </a:xfrm>
        </p:grpSpPr>
        <p:sp>
          <p:nvSpPr>
            <p:cNvPr id="10" name="Oval 9">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476547" y="896459"/>
            <a:ext cx="4297680" cy="4937760"/>
          </a:xfrm>
        </p:spPr>
        <p:txBody>
          <a:bodyPr/>
          <a:lstStyle>
            <a:lvl1pPr marL="0" indent="0" algn="ctr">
              <a:buNone/>
              <a:defRPr sz="2000">
                <a:latin typeface="Aptos" panose="020B0004020202020204" pitchFamily="34" charset="0"/>
              </a:defRPr>
            </a:lvl1pPr>
          </a:lstStyle>
          <a:p>
            <a:r>
              <a:rPr lang="en-US"/>
              <a:t>Click icon to add picture</a:t>
            </a:r>
          </a:p>
        </p:txBody>
      </p:sp>
    </p:spTree>
    <p:extLst>
      <p:ext uri="{BB962C8B-B14F-4D97-AF65-F5344CB8AC3E}">
        <p14:creationId xmlns:p14="http://schemas.microsoft.com/office/powerpoint/2010/main" val="335488973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5644" y="841808"/>
            <a:ext cx="6712153" cy="4012867"/>
          </a:xfrm>
        </p:spPr>
        <p:txBody>
          <a:bodyPr anchor="ctr"/>
          <a:lstStyle>
            <a:lvl1pPr algn="ctr">
              <a:defRPr sz="5400"/>
            </a:lvl1pPr>
          </a:lstStyle>
          <a:p>
            <a:r>
              <a:rPr lang="en-US"/>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userDrawn="1"/>
        </p:nvSpPr>
        <p:spPr>
          <a:xfrm>
            <a:off x="720532" y="4854677"/>
            <a:ext cx="6008915"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734784" y="4854677"/>
            <a:ext cx="6008915" cy="652923"/>
          </a:xfrm>
        </p:spPr>
        <p:txBody>
          <a:bodyPr anchor="ctr">
            <a:noAutofit/>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66631" y="859509"/>
            <a:ext cx="4324485" cy="4983480"/>
          </a:xfrm>
        </p:spPr>
        <p:txBody>
          <a:bodyPr/>
          <a:lstStyle>
            <a:lvl1pPr marL="0" indent="0" algn="ctr">
              <a:buNone/>
              <a:defRPr sz="2000"/>
            </a:lvl1pPr>
          </a:lstStyle>
          <a:p>
            <a:r>
              <a:rPr lang="en-US"/>
              <a:t>Click icon to add picture</a:t>
            </a:r>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C4A1EAD1-6B91-5EC4-D649-EA549FA568D2}"/>
              </a:ext>
            </a:extLst>
          </p:cNvPr>
          <p:cNvGrpSpPr/>
          <p:nvPr userDrawn="1"/>
        </p:nvGrpSpPr>
        <p:grpSpPr>
          <a:xfrm>
            <a:off x="0" y="6296025"/>
            <a:ext cx="12192000" cy="547550"/>
            <a:chOff x="0" y="6296025"/>
            <a:chExt cx="12192000" cy="547550"/>
          </a:xfrm>
        </p:grpSpPr>
        <p:sp>
          <p:nvSpPr>
            <p:cNvPr id="27" name="Rectangle 26">
              <a:extLst>
                <a:ext uri="{FF2B5EF4-FFF2-40B4-BE49-F238E27FC236}">
                  <a16:creationId xmlns:a16="http://schemas.microsoft.com/office/drawing/2014/main" id="{D3C38E06-1876-F3BD-DB0C-0EE9058E5D17}"/>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E6610A0-B653-4366-4788-157F99B15F45}"/>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5ED0754-372A-EEB5-E602-02C744741993}"/>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D390C45-1F62-D8F2-6249-A7B0AF2EE083}"/>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5DAD1335-BB9B-7B74-9227-3F9F893DD8A0}"/>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338392265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433138"/>
            <a:ext cx="10907016" cy="1098024"/>
          </a:xfrm>
        </p:spPr>
        <p:txBody>
          <a:bodyPr tIns="182880"/>
          <a:lstStyle>
            <a:lvl1pPr algn="l">
              <a:defRPr sz="3200"/>
            </a:lvl1pPr>
          </a:lstStyle>
          <a:p>
            <a:r>
              <a:rPr lang="en-US"/>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703672"/>
            <a:ext cx="10907016" cy="4177364"/>
          </a:xfrm>
        </p:spPr>
        <p:txBody>
          <a:bodyPr/>
          <a:lstStyle>
            <a:lvl1pPr marL="285750" indent="-285750">
              <a:lnSpc>
                <a:spcPts val="2400"/>
              </a:lnSpc>
              <a:buFont typeface="Arial" panose="020B0604020202020204" pitchFamily="34" charset="0"/>
              <a:buChar char="•"/>
              <a:defRPr sz="2400">
                <a:latin typeface="Aptos" panose="020B0004020202020204" pitchFamily="34" charset="0"/>
              </a:defRPr>
            </a:lvl1pPr>
            <a:lvl2pPr marL="742950" indent="-285750">
              <a:lnSpc>
                <a:spcPts val="2400"/>
              </a:lnSpc>
              <a:buFont typeface="Arial" panose="020B0604020202020204" pitchFamily="34" charset="0"/>
              <a:buChar char="•"/>
              <a:defRPr sz="2400">
                <a:latin typeface="Aptos" panose="020B0004020202020204" pitchFamily="34" charset="0"/>
              </a:defRPr>
            </a:lvl2pPr>
            <a:lvl3pPr marL="1200150" indent="-285750">
              <a:lnSpc>
                <a:spcPts val="2400"/>
              </a:lnSpc>
              <a:buFont typeface="Arial" panose="020B0604020202020204" pitchFamily="34" charset="0"/>
              <a:buChar char="•"/>
              <a:defRPr sz="2400">
                <a:latin typeface="Aptos" panose="020B0004020202020204" pitchFamily="34" charset="0"/>
              </a:defRPr>
            </a:lvl3pPr>
            <a:lvl4pPr marL="1657350" indent="-285750">
              <a:lnSpc>
                <a:spcPts val="2400"/>
              </a:lnSpc>
              <a:buFont typeface="Arial" panose="020B0604020202020204" pitchFamily="34" charset="0"/>
              <a:buChar char="•"/>
              <a:defRPr sz="2400">
                <a:latin typeface="Aptos" panose="020B0004020202020204" pitchFamily="34" charset="0"/>
              </a:defRPr>
            </a:lvl4pPr>
            <a:lvl5pPr marL="2114550" indent="-285750">
              <a:lnSpc>
                <a:spcPts val="2400"/>
              </a:lnSpc>
              <a:buFont typeface="Arial" panose="020B0604020202020204" pitchFamily="34" charset="0"/>
              <a:buChar char="•"/>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2336429B-CF5A-DD51-BFC8-6BFAF339DA13}"/>
              </a:ext>
            </a:extLst>
          </p:cNvPr>
          <p:cNvGrpSpPr/>
          <p:nvPr userDrawn="1"/>
        </p:nvGrpSpPr>
        <p:grpSpPr>
          <a:xfrm>
            <a:off x="0" y="6296025"/>
            <a:ext cx="12192000" cy="547550"/>
            <a:chOff x="0" y="6296025"/>
            <a:chExt cx="12192000" cy="547550"/>
          </a:xfrm>
        </p:grpSpPr>
        <p:sp>
          <p:nvSpPr>
            <p:cNvPr id="19" name="Rectangle 18">
              <a:extLst>
                <a:ext uri="{FF2B5EF4-FFF2-40B4-BE49-F238E27FC236}">
                  <a16:creationId xmlns:a16="http://schemas.microsoft.com/office/drawing/2014/main" id="{1F60AFAB-0E25-51F0-44BB-FB367FB71D65}"/>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41DDD0A-A63E-AAFF-DD28-57E2B241AF3C}"/>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E958E81-59CA-F7A5-5A08-15DC935D10FC}"/>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EC061E9-4A88-67A6-7A8B-35278C318FDD}"/>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5B30410D-47B9-EBE5-9F07-DAB9A2EE13F0}"/>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1705993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626326" y="1224098"/>
            <a:ext cx="8939349" cy="3717472"/>
          </a:xfrm>
        </p:spPr>
        <p:txBody>
          <a:bodyPr anchor="ctr">
            <a:noAutofit/>
          </a:bodyPr>
          <a:lstStyle>
            <a:lvl1pPr algn="ctr">
              <a:defRPr sz="6000"/>
            </a:lvl1pPr>
          </a:lstStyle>
          <a:p>
            <a:r>
              <a:rPr lang="en-US"/>
              <a:t>Click to add title</a:t>
            </a:r>
          </a:p>
        </p:txBody>
      </p:sp>
      <p:sp>
        <p:nvSpPr>
          <p:cNvPr id="13" name="Rectangle: Rounded Corners 12">
            <a:extLst>
              <a:ext uri="{FF2B5EF4-FFF2-40B4-BE49-F238E27FC236}">
                <a16:creationId xmlns:a16="http://schemas.microsoft.com/office/drawing/2014/main" id="{CB0A1C84-853A-628A-A9BA-CA6C9B1A535E}"/>
              </a:ext>
              <a:ext uri="{C183D7F6-B498-43B3-948B-1728B52AA6E4}">
                <adec:decorative xmlns:adec="http://schemas.microsoft.com/office/drawing/2017/decorative" val="1"/>
              </a:ext>
            </a:extLst>
          </p:cNvPr>
          <p:cNvSpPr/>
          <p:nvPr userDrawn="1"/>
        </p:nvSpPr>
        <p:spPr>
          <a:xfrm>
            <a:off x="2460172" y="5208562"/>
            <a:ext cx="7271656" cy="652923"/>
          </a:xfrm>
          <a:prstGeom prst="roundRect">
            <a:avLst>
              <a:gd name="adj" fmla="val 50000"/>
            </a:avLst>
          </a:prstGeom>
          <a:solidFill>
            <a:schemeClr val="accent1">
              <a:lumMod val="60000"/>
              <a:lumOff val="4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2460170" y="5208562"/>
            <a:ext cx="7271657" cy="652923"/>
          </a:xfrm>
        </p:spPr>
        <p:txBody>
          <a:bodyPr anchor="ctr">
            <a:noAutofit/>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916498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81CEC1F2-D704-AB64-5D0A-B6513D440AE7}"/>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2042528"/>
            <a:ext cx="5312664" cy="3848131"/>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2042528"/>
            <a:ext cx="5314950" cy="3848131"/>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248651"/>
            <a:ext cx="4873446" cy="2790986"/>
          </a:xfrm>
        </p:spPr>
        <p:txBody>
          <a:bodyPr/>
          <a:lstStyle>
            <a:lvl1pPr marL="0" indent="0">
              <a:lnSpc>
                <a:spcPts val="2400"/>
              </a:lnSpc>
              <a:spcBef>
                <a:spcPts val="1000"/>
              </a:spcBef>
              <a:buNone/>
              <a:defRPr sz="2400">
                <a:latin typeface="Aptos" panose="020B0004020202020204" pitchFamily="34" charset="0"/>
              </a:defRPr>
            </a:lvl1pPr>
            <a:lvl2pPr marL="228600">
              <a:lnSpc>
                <a:spcPts val="2400"/>
              </a:lnSpc>
              <a:spcBef>
                <a:spcPts val="1000"/>
              </a:spcBef>
              <a:defRPr sz="2400">
                <a:latin typeface="Aptos" panose="020B0004020202020204" pitchFamily="34" charset="0"/>
              </a:defRPr>
            </a:lvl2pPr>
            <a:lvl3pPr marL="685800">
              <a:lnSpc>
                <a:spcPts val="2400"/>
              </a:lnSpc>
              <a:spcBef>
                <a:spcPts val="1000"/>
              </a:spcBef>
              <a:defRPr sz="2400">
                <a:latin typeface="Aptos" panose="020B0004020202020204" pitchFamily="34" charset="0"/>
              </a:defRPr>
            </a:lvl3pPr>
            <a:lvl4pPr marL="1143000">
              <a:lnSpc>
                <a:spcPts val="2400"/>
              </a:lnSpc>
              <a:spcBef>
                <a:spcPts val="1000"/>
              </a:spcBef>
              <a:defRPr sz="2400">
                <a:latin typeface="Aptos" panose="020B0004020202020204" pitchFamily="34" charset="0"/>
              </a:defRPr>
            </a:lvl4pPr>
            <a:lvl5pPr marL="1600200">
              <a:lnSpc>
                <a:spcPts val="2400"/>
              </a:lnSpc>
              <a:spcBef>
                <a:spcPts val="1000"/>
              </a:spcBef>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248377"/>
            <a:ext cx="4873446" cy="2787241"/>
          </a:xfrm>
        </p:spPr>
        <p:txBody>
          <a:bodyPr/>
          <a:lstStyle>
            <a:lvl1pPr marL="0" indent="0">
              <a:lnSpc>
                <a:spcPts val="2400"/>
              </a:lnSpc>
              <a:spcBef>
                <a:spcPts val="1000"/>
              </a:spcBef>
              <a:buNone/>
              <a:defRPr sz="2400">
                <a:latin typeface="Aptos" panose="020B0004020202020204" pitchFamily="34" charset="0"/>
              </a:defRPr>
            </a:lvl1pPr>
            <a:lvl2pPr marL="228600">
              <a:lnSpc>
                <a:spcPts val="2400"/>
              </a:lnSpc>
              <a:spcBef>
                <a:spcPts val="1000"/>
              </a:spcBef>
              <a:defRPr sz="2400">
                <a:latin typeface="Aptos" panose="020B0004020202020204" pitchFamily="34" charset="0"/>
              </a:defRPr>
            </a:lvl2pPr>
            <a:lvl3pPr marL="685800">
              <a:lnSpc>
                <a:spcPts val="2400"/>
              </a:lnSpc>
              <a:spcBef>
                <a:spcPts val="1000"/>
              </a:spcBef>
              <a:defRPr sz="2400">
                <a:latin typeface="Aptos" panose="020B0004020202020204" pitchFamily="34" charset="0"/>
              </a:defRPr>
            </a:lvl3pPr>
            <a:lvl4pPr marL="1143000">
              <a:lnSpc>
                <a:spcPts val="2400"/>
              </a:lnSpc>
              <a:spcBef>
                <a:spcPts val="1000"/>
              </a:spcBef>
              <a:defRPr sz="2400">
                <a:latin typeface="Aptos" panose="020B0004020202020204" pitchFamily="34" charset="0"/>
              </a:defRPr>
            </a:lvl4pPr>
            <a:lvl5pPr marL="1600200">
              <a:lnSpc>
                <a:spcPts val="2400"/>
              </a:lnSpc>
              <a:spcBef>
                <a:spcPts val="1000"/>
              </a:spcBef>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23E38886-E569-AB41-418A-8436BF3D03D3}"/>
              </a:ext>
            </a:extLst>
          </p:cNvPr>
          <p:cNvGrpSpPr/>
          <p:nvPr userDrawn="1"/>
        </p:nvGrpSpPr>
        <p:grpSpPr>
          <a:xfrm>
            <a:off x="0" y="6296025"/>
            <a:ext cx="12192000" cy="547550"/>
            <a:chOff x="0" y="6296025"/>
            <a:chExt cx="12192000" cy="547550"/>
          </a:xfrm>
        </p:grpSpPr>
        <p:sp>
          <p:nvSpPr>
            <p:cNvPr id="16" name="Rectangle 15">
              <a:extLst>
                <a:ext uri="{FF2B5EF4-FFF2-40B4-BE49-F238E27FC236}">
                  <a16:creationId xmlns:a16="http://schemas.microsoft.com/office/drawing/2014/main" id="{5A5E2BB1-5DF8-F193-F790-D8318C899CD8}"/>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2B01B99-FAEC-21A7-CA36-D28AA30170AF}"/>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CDC0571-07EA-E6BE-CCC5-20769379F224}"/>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300CFF-520A-FA1B-C08C-05DE26ED7988}"/>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9033F444-3CB7-B598-7951-0A755E4AECD7}"/>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grpSp>
        <p:nvGrpSpPr>
          <p:cNvPr id="3" name="Group 2">
            <a:extLst>
              <a:ext uri="{FF2B5EF4-FFF2-40B4-BE49-F238E27FC236}">
                <a16:creationId xmlns:a16="http://schemas.microsoft.com/office/drawing/2014/main" id="{4070547F-4FFE-524E-6712-C013EEDCB653}"/>
              </a:ext>
              <a:ext uri="{C183D7F6-B498-43B3-948B-1728B52AA6E4}">
                <adec:decorative xmlns:adec="http://schemas.microsoft.com/office/drawing/2017/decorative" val="1"/>
              </a:ext>
            </a:extLst>
          </p:cNvPr>
          <p:cNvGrpSpPr/>
          <p:nvPr userDrawn="1"/>
        </p:nvGrpSpPr>
        <p:grpSpPr>
          <a:xfrm>
            <a:off x="294739" y="210746"/>
            <a:ext cx="11596982" cy="1643136"/>
            <a:chOff x="1698170" y="691024"/>
            <a:chExt cx="11430000" cy="1643136"/>
          </a:xfrm>
        </p:grpSpPr>
        <p:grpSp>
          <p:nvGrpSpPr>
            <p:cNvPr id="6" name="Group 5">
              <a:extLst>
                <a:ext uri="{FF2B5EF4-FFF2-40B4-BE49-F238E27FC236}">
                  <a16:creationId xmlns:a16="http://schemas.microsoft.com/office/drawing/2014/main" id="{D1435E6C-7145-6243-EBCB-3F0B9098055D}"/>
                </a:ext>
              </a:extLst>
            </p:cNvPr>
            <p:cNvGrpSpPr/>
            <p:nvPr userDrawn="1"/>
          </p:nvGrpSpPr>
          <p:grpSpPr>
            <a:xfrm>
              <a:off x="1698170" y="691024"/>
              <a:ext cx="11430000" cy="1643136"/>
              <a:chOff x="1466849" y="380320"/>
              <a:chExt cx="12031205" cy="1729564"/>
            </a:xfrm>
          </p:grpSpPr>
          <p:sp>
            <p:nvSpPr>
              <p:cNvPr id="14" name="Rectangle 13">
                <a:extLst>
                  <a:ext uri="{FF2B5EF4-FFF2-40B4-BE49-F238E27FC236}">
                    <a16:creationId xmlns:a16="http://schemas.microsoft.com/office/drawing/2014/main" id="{245036F8-4CC1-AE3E-BE67-C1BDDCA100AA}"/>
                  </a:ext>
                </a:extLst>
              </p:cNvPr>
              <p:cNvSpPr/>
              <p:nvPr userDrawn="1"/>
            </p:nvSpPr>
            <p:spPr>
              <a:xfrm>
                <a:off x="1466849" y="875621"/>
                <a:ext cx="12031204" cy="123426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C479E18-CF0E-BD2F-ED3F-75E8D82D49C9}"/>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FE3ACD8C-E364-9C1D-F2C7-D5F5AEBF978E}"/>
                </a:ext>
              </a:extLst>
            </p:cNvPr>
            <p:cNvGrpSpPr/>
            <p:nvPr userDrawn="1"/>
          </p:nvGrpSpPr>
          <p:grpSpPr>
            <a:xfrm>
              <a:off x="1839686" y="815293"/>
              <a:ext cx="810985" cy="212272"/>
              <a:chOff x="1883229" y="800099"/>
              <a:chExt cx="810985" cy="212272"/>
            </a:xfrm>
          </p:grpSpPr>
          <p:sp>
            <p:nvSpPr>
              <p:cNvPr id="8" name="Oval 7">
                <a:extLst>
                  <a:ext uri="{FF2B5EF4-FFF2-40B4-BE49-F238E27FC236}">
                    <a16:creationId xmlns:a16="http://schemas.microsoft.com/office/drawing/2014/main" id="{C2CC02C6-EBC1-69EA-76EB-F4F183B01FE2}"/>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134779F-1FB5-392F-5786-DF8596D84E3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CDDDCE3-DCE2-2916-043F-F0601CA0FCA9}"/>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7" name="Title 1">
            <a:extLst>
              <a:ext uri="{FF2B5EF4-FFF2-40B4-BE49-F238E27FC236}">
                <a16:creationId xmlns:a16="http://schemas.microsoft.com/office/drawing/2014/main" id="{25967BF2-132B-AAD9-6E02-2F5B602FF38C}"/>
              </a:ext>
            </a:extLst>
          </p:cNvPr>
          <p:cNvSpPr>
            <a:spLocks noGrp="1"/>
          </p:cNvSpPr>
          <p:nvPr>
            <p:ph type="title" hasCustomPrompt="1"/>
          </p:nvPr>
        </p:nvSpPr>
        <p:spPr>
          <a:xfrm>
            <a:off x="555090" y="800502"/>
            <a:ext cx="11066358" cy="922516"/>
          </a:xfrm>
        </p:spPr>
        <p:txBody>
          <a:bodyPr tIns="182880"/>
          <a:lstStyle>
            <a:lvl1pPr algn="l">
              <a:defRPr sz="3200"/>
            </a:lvl1pPr>
          </a:lstStyle>
          <a:p>
            <a:r>
              <a:rPr lang="en-US"/>
              <a:t>Click to add title</a:t>
            </a:r>
          </a:p>
        </p:txBody>
      </p:sp>
      <p:sp>
        <p:nvSpPr>
          <p:cNvPr id="18" name="TextBox 17">
            <a:extLst>
              <a:ext uri="{FF2B5EF4-FFF2-40B4-BE49-F238E27FC236}">
                <a16:creationId xmlns:a16="http://schemas.microsoft.com/office/drawing/2014/main" id="{30A79D9D-ACAF-D28B-17E1-651D06CEF799}"/>
              </a:ext>
            </a:extLst>
          </p:cNvPr>
          <p:cNvSpPr txBox="1"/>
          <p:nvPr userDrawn="1"/>
        </p:nvSpPr>
        <p:spPr>
          <a:xfrm>
            <a:off x="1302440" y="264209"/>
            <a:ext cx="10430977" cy="369332"/>
          </a:xfrm>
          <a:prstGeom prst="rect">
            <a:avLst/>
          </a:prstGeom>
          <a:noFill/>
        </p:spPr>
        <p:txBody>
          <a:bodyPr wrap="square" rtlCol="0">
            <a:spAutoFit/>
          </a:bodyPr>
          <a:lstStyle/>
          <a:p>
            <a:r>
              <a:rPr lang="en-PH" b="1">
                <a:solidFill>
                  <a:schemeClr val="bg1"/>
                </a:solidFill>
              </a:rPr>
              <a:t>CSW Training for LGUs</a:t>
            </a:r>
          </a:p>
        </p:txBody>
      </p:sp>
    </p:spTree>
    <p:extLst>
      <p:ext uri="{BB962C8B-B14F-4D97-AF65-F5344CB8AC3E}">
        <p14:creationId xmlns:p14="http://schemas.microsoft.com/office/powerpoint/2010/main" val="2430898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2">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81CEC1F2-D704-AB64-5D0A-B6513D440AE7}"/>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1761422"/>
            <a:ext cx="5312664" cy="4129238"/>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1761422"/>
            <a:ext cx="5314950" cy="4129238"/>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044769"/>
            <a:ext cx="4873446" cy="2994868"/>
          </a:xfrm>
        </p:spPr>
        <p:txBody>
          <a:bodyPr/>
          <a:lstStyle>
            <a:lvl1pPr marL="0" indent="0">
              <a:lnSpc>
                <a:spcPts val="2400"/>
              </a:lnSpc>
              <a:spcBef>
                <a:spcPts val="1000"/>
              </a:spcBef>
              <a:buNone/>
              <a:defRPr sz="2400">
                <a:latin typeface="Aptos" panose="020B0004020202020204" pitchFamily="34" charset="0"/>
              </a:defRPr>
            </a:lvl1pPr>
            <a:lvl2pPr marL="228600">
              <a:lnSpc>
                <a:spcPts val="2400"/>
              </a:lnSpc>
              <a:spcBef>
                <a:spcPts val="1000"/>
              </a:spcBef>
              <a:defRPr sz="2400">
                <a:latin typeface="Aptos" panose="020B0004020202020204" pitchFamily="34" charset="0"/>
              </a:defRPr>
            </a:lvl2pPr>
            <a:lvl3pPr marL="685800">
              <a:lnSpc>
                <a:spcPts val="2400"/>
              </a:lnSpc>
              <a:spcBef>
                <a:spcPts val="1000"/>
              </a:spcBef>
              <a:defRPr sz="2400">
                <a:latin typeface="Aptos" panose="020B0004020202020204" pitchFamily="34" charset="0"/>
              </a:defRPr>
            </a:lvl3pPr>
            <a:lvl4pPr marL="1143000">
              <a:lnSpc>
                <a:spcPts val="2400"/>
              </a:lnSpc>
              <a:spcBef>
                <a:spcPts val="1000"/>
              </a:spcBef>
              <a:defRPr sz="2400">
                <a:latin typeface="Aptos" panose="020B0004020202020204" pitchFamily="34" charset="0"/>
              </a:defRPr>
            </a:lvl4pPr>
            <a:lvl5pPr marL="1600200">
              <a:lnSpc>
                <a:spcPts val="2400"/>
              </a:lnSpc>
              <a:spcBef>
                <a:spcPts val="1000"/>
              </a:spcBef>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044769"/>
            <a:ext cx="4873446" cy="2990850"/>
          </a:xfrm>
        </p:spPr>
        <p:txBody>
          <a:bodyPr/>
          <a:lstStyle>
            <a:lvl1pPr marL="0" indent="0">
              <a:lnSpc>
                <a:spcPts val="2400"/>
              </a:lnSpc>
              <a:spcBef>
                <a:spcPts val="1000"/>
              </a:spcBef>
              <a:buNone/>
              <a:defRPr sz="2400">
                <a:latin typeface="Aptos" panose="020B0004020202020204" pitchFamily="34" charset="0"/>
              </a:defRPr>
            </a:lvl1pPr>
            <a:lvl2pPr marL="228600">
              <a:lnSpc>
                <a:spcPts val="2400"/>
              </a:lnSpc>
              <a:spcBef>
                <a:spcPts val="1000"/>
              </a:spcBef>
              <a:defRPr sz="2400">
                <a:latin typeface="Aptos" panose="020B0004020202020204" pitchFamily="34" charset="0"/>
              </a:defRPr>
            </a:lvl2pPr>
            <a:lvl3pPr marL="685800">
              <a:lnSpc>
                <a:spcPts val="2400"/>
              </a:lnSpc>
              <a:spcBef>
                <a:spcPts val="1000"/>
              </a:spcBef>
              <a:defRPr sz="2400">
                <a:latin typeface="Aptos" panose="020B0004020202020204" pitchFamily="34" charset="0"/>
              </a:defRPr>
            </a:lvl3pPr>
            <a:lvl4pPr marL="1143000">
              <a:lnSpc>
                <a:spcPts val="2400"/>
              </a:lnSpc>
              <a:spcBef>
                <a:spcPts val="1000"/>
              </a:spcBef>
              <a:defRPr sz="2400">
                <a:latin typeface="Aptos" panose="020B0004020202020204" pitchFamily="34" charset="0"/>
              </a:defRPr>
            </a:lvl4pPr>
            <a:lvl5pPr marL="1600200">
              <a:lnSpc>
                <a:spcPts val="2400"/>
              </a:lnSpc>
              <a:spcBef>
                <a:spcPts val="1000"/>
              </a:spcBef>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23E38886-E569-AB41-418A-8436BF3D03D3}"/>
              </a:ext>
            </a:extLst>
          </p:cNvPr>
          <p:cNvGrpSpPr/>
          <p:nvPr userDrawn="1"/>
        </p:nvGrpSpPr>
        <p:grpSpPr>
          <a:xfrm>
            <a:off x="0" y="6296025"/>
            <a:ext cx="12192000" cy="547550"/>
            <a:chOff x="0" y="6296025"/>
            <a:chExt cx="12192000" cy="547550"/>
          </a:xfrm>
        </p:grpSpPr>
        <p:sp>
          <p:nvSpPr>
            <p:cNvPr id="16" name="Rectangle 15">
              <a:extLst>
                <a:ext uri="{FF2B5EF4-FFF2-40B4-BE49-F238E27FC236}">
                  <a16:creationId xmlns:a16="http://schemas.microsoft.com/office/drawing/2014/main" id="{5A5E2BB1-5DF8-F193-F790-D8318C899CD8}"/>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2B01B99-FAEC-21A7-CA36-D28AA30170AF}"/>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CDC0571-07EA-E6BE-CCC5-20769379F224}"/>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300CFF-520A-FA1B-C08C-05DE26ED7988}"/>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9033F444-3CB7-B598-7951-0A755E4AECD7}"/>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1882647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8FFA5D8-D416-0C9D-487B-275018CBF199}"/>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8124824" y="1732547"/>
            <a:ext cx="3421255" cy="411961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49" y="1732547"/>
            <a:ext cx="7174103" cy="411961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888998" y="2035139"/>
            <a:ext cx="6762631" cy="3600469"/>
          </a:xfrm>
        </p:spPr>
        <p:txBody>
          <a:bodyPr/>
          <a:lstStyle>
            <a:lvl1pPr marL="0" indent="0">
              <a:lnSpc>
                <a:spcPts val="2400"/>
              </a:lnSpc>
              <a:spcBef>
                <a:spcPts val="1000"/>
              </a:spcBef>
              <a:buNone/>
              <a:defRPr sz="2400">
                <a:latin typeface="Aptos" panose="020B0004020202020204" pitchFamily="34" charset="0"/>
              </a:defRPr>
            </a:lvl1pPr>
            <a:lvl2pPr marL="228600">
              <a:lnSpc>
                <a:spcPts val="2400"/>
              </a:lnSpc>
              <a:spcBef>
                <a:spcPts val="1000"/>
              </a:spcBef>
              <a:defRPr sz="2400">
                <a:latin typeface="Aptos" panose="020B0004020202020204" pitchFamily="34" charset="0"/>
              </a:defRPr>
            </a:lvl2pPr>
            <a:lvl3pPr marL="685800">
              <a:lnSpc>
                <a:spcPts val="2400"/>
              </a:lnSpc>
              <a:spcBef>
                <a:spcPts val="1000"/>
              </a:spcBef>
              <a:defRPr sz="2400">
                <a:latin typeface="Aptos" panose="020B0004020202020204" pitchFamily="34" charset="0"/>
              </a:defRPr>
            </a:lvl3pPr>
            <a:lvl4pPr marL="1143000">
              <a:lnSpc>
                <a:spcPts val="2400"/>
              </a:lnSpc>
              <a:spcBef>
                <a:spcPts val="1000"/>
              </a:spcBef>
              <a:defRPr sz="2400">
                <a:latin typeface="Aptos" panose="020B0004020202020204" pitchFamily="34" charset="0"/>
              </a:defRPr>
            </a:lvl4pPr>
            <a:lvl5pPr marL="1600200">
              <a:lnSpc>
                <a:spcPts val="2400"/>
              </a:lnSpc>
              <a:spcBef>
                <a:spcPts val="1000"/>
              </a:spcBef>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96275" y="2035139"/>
            <a:ext cx="3062967" cy="3595639"/>
          </a:xfrm>
        </p:spPr>
        <p:txBody>
          <a:bodyPr/>
          <a:lstStyle>
            <a:lvl1pPr>
              <a:lnSpc>
                <a:spcPts val="2400"/>
              </a:lnSpc>
              <a:defRPr sz="2000">
                <a:latin typeface="Aptos" panose="020B0004020202020204" pitchFamily="34" charset="0"/>
              </a:defRPr>
            </a:lvl1pPr>
            <a:lvl2pPr>
              <a:lnSpc>
                <a:spcPts val="2400"/>
              </a:lnSpc>
              <a:defRPr sz="2000">
                <a:latin typeface="Aptos" panose="020B0004020202020204" pitchFamily="34" charset="0"/>
              </a:defRPr>
            </a:lvl2pPr>
            <a:lvl3pPr>
              <a:lnSpc>
                <a:spcPts val="2400"/>
              </a:lnSpc>
              <a:defRPr sz="2000">
                <a:latin typeface="Aptos" panose="020B0004020202020204" pitchFamily="34" charset="0"/>
              </a:defRPr>
            </a:lvl3pPr>
            <a:lvl4pPr>
              <a:lnSpc>
                <a:spcPts val="2400"/>
              </a:lnSpc>
              <a:defRPr sz="2000">
                <a:latin typeface="Aptos" panose="020B0004020202020204" pitchFamily="34" charset="0"/>
              </a:defRPr>
            </a:lvl4pPr>
            <a:lvl5pPr>
              <a:lnSpc>
                <a:spcPts val="2400"/>
              </a:lnSpc>
              <a:defRPr sz="20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46EFEE2-A1CD-1037-265E-0F2F9F60334F}"/>
              </a:ext>
            </a:extLst>
          </p:cNvPr>
          <p:cNvGrpSpPr/>
          <p:nvPr userDrawn="1"/>
        </p:nvGrpSpPr>
        <p:grpSpPr>
          <a:xfrm>
            <a:off x="0" y="6296025"/>
            <a:ext cx="12192000" cy="547550"/>
            <a:chOff x="0" y="6296025"/>
            <a:chExt cx="12192000" cy="547550"/>
          </a:xfrm>
        </p:grpSpPr>
        <p:sp>
          <p:nvSpPr>
            <p:cNvPr id="12" name="Rectangle 11">
              <a:extLst>
                <a:ext uri="{FF2B5EF4-FFF2-40B4-BE49-F238E27FC236}">
                  <a16:creationId xmlns:a16="http://schemas.microsoft.com/office/drawing/2014/main" id="{71AF7921-1692-0F9E-127E-9CD5D232AB49}"/>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D25A45C-5C95-F2C3-EF35-0FA1A916F4D8}"/>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A4C6055-787D-A1C6-8650-B50B644B7737}"/>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82034FF-334C-ACE2-1A56-DBF85E70F244}"/>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20F63EA8-3DAF-2076-7B10-61575190A693}"/>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493546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64F52530-586C-B941-0DA3-927B02995BF6}"/>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3"/>
            <a:ext cx="5946389" cy="3005948"/>
          </a:xfrm>
        </p:spPr>
        <p:txBody>
          <a:bodyPr/>
          <a:lstStyle>
            <a:lvl1pPr marL="285750" indent="-285750">
              <a:lnSpc>
                <a:spcPts val="2400"/>
              </a:lnSpc>
              <a:buFont typeface="Arial" panose="020B0604020202020204" pitchFamily="34" charset="0"/>
              <a:buChar char="•"/>
              <a:defRPr sz="2400">
                <a:latin typeface="Aptos" panose="020B0004020202020204" pitchFamily="34" charset="0"/>
              </a:defRPr>
            </a:lvl1pPr>
            <a:lvl2pPr marL="742950" indent="-285750">
              <a:lnSpc>
                <a:spcPts val="2400"/>
              </a:lnSpc>
              <a:buFont typeface="Arial" panose="020B0604020202020204" pitchFamily="34" charset="0"/>
              <a:buChar char="•"/>
              <a:defRPr sz="2400">
                <a:latin typeface="Aptos" panose="020B0004020202020204" pitchFamily="34" charset="0"/>
              </a:defRPr>
            </a:lvl2pPr>
            <a:lvl3pPr marL="1200150" indent="-285750">
              <a:lnSpc>
                <a:spcPts val="2400"/>
              </a:lnSpc>
              <a:buFont typeface="Arial" panose="020B0604020202020204" pitchFamily="34" charset="0"/>
              <a:buChar char="•"/>
              <a:defRPr sz="2400">
                <a:latin typeface="Aptos" panose="020B0004020202020204" pitchFamily="34" charset="0"/>
              </a:defRPr>
            </a:lvl3pPr>
            <a:lvl4pPr marL="1657350" indent="-285750">
              <a:lnSpc>
                <a:spcPts val="2400"/>
              </a:lnSpc>
              <a:buFont typeface="Arial" panose="020B0604020202020204" pitchFamily="34" charset="0"/>
              <a:buChar char="•"/>
              <a:defRPr sz="2400">
                <a:latin typeface="Aptos" panose="020B0004020202020204" pitchFamily="34" charset="0"/>
              </a:defRPr>
            </a:lvl4pPr>
            <a:lvl5pPr marL="2114550" indent="-285750">
              <a:lnSpc>
                <a:spcPts val="2400"/>
              </a:lnSpc>
              <a:buFont typeface="Arial" panose="020B0604020202020204" pitchFamily="34" charset="0"/>
              <a:buChar char="•"/>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a:t>Click icon to add picture</a:t>
            </a:r>
          </a:p>
        </p:txBody>
      </p:sp>
      <p:grpSp>
        <p:nvGrpSpPr>
          <p:cNvPr id="3" name="Group 2">
            <a:extLst>
              <a:ext uri="{FF2B5EF4-FFF2-40B4-BE49-F238E27FC236}">
                <a16:creationId xmlns:a16="http://schemas.microsoft.com/office/drawing/2014/main" id="{8B73BBF6-C1E5-C6A5-32FF-4DBD9A04CBCF}"/>
              </a:ext>
            </a:extLst>
          </p:cNvPr>
          <p:cNvGrpSpPr/>
          <p:nvPr userDrawn="1"/>
        </p:nvGrpSpPr>
        <p:grpSpPr>
          <a:xfrm>
            <a:off x="0" y="6296025"/>
            <a:ext cx="12192000" cy="547550"/>
            <a:chOff x="0" y="6296025"/>
            <a:chExt cx="12192000" cy="547550"/>
          </a:xfrm>
        </p:grpSpPr>
        <p:sp>
          <p:nvSpPr>
            <p:cNvPr id="4" name="Rectangle 3">
              <a:extLst>
                <a:ext uri="{FF2B5EF4-FFF2-40B4-BE49-F238E27FC236}">
                  <a16:creationId xmlns:a16="http://schemas.microsoft.com/office/drawing/2014/main" id="{33BE7BDA-C6AB-F93E-F934-3DFDA0C2C786}"/>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0B4CF71-8390-8464-3B72-653E1F38CF26}"/>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64B2989-2ABB-1124-B46B-92A3C92D0089}"/>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BF4B991-3EEF-271B-164F-A09EEF1781E2}"/>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DD4B6E0A-F42C-7FA5-E14C-D7F6D00B9041}"/>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3280362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380999"/>
            <a:ext cx="114300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380999" y="2252871"/>
            <a:ext cx="11429999" cy="3839747"/>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990005"/>
            <a:ext cx="10907016" cy="922516"/>
          </a:xfrm>
        </p:spPr>
        <p:txBody>
          <a:bodyPr tIns="182880"/>
          <a:lstStyle>
            <a:lvl1pPr algn="l">
              <a:defRPr sz="3200"/>
            </a:lvl1pPr>
          </a:lstStyle>
          <a:p>
            <a:r>
              <a:rPr lang="en-US"/>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734786" y="3011836"/>
            <a:ext cx="3961039" cy="2808034"/>
          </a:xfrm>
        </p:spPr>
        <p:txBody>
          <a:bodyPr/>
          <a:lstStyle>
            <a:lvl1pPr>
              <a:defRPr sz="2400">
                <a:latin typeface="Aptos" panose="020B0004020202020204" pitchFamily="34" charset="0"/>
              </a:defRPr>
            </a:lvl1pPr>
            <a:lvl2pPr>
              <a:defRPr sz="2400">
                <a:latin typeface="Aptos" panose="020B0004020202020204" pitchFamily="34" charset="0"/>
              </a:defRPr>
            </a:lvl2pPr>
            <a:lvl3pPr>
              <a:defRPr sz="2400">
                <a:latin typeface="Aptos" panose="020B0004020202020204" pitchFamily="34" charset="0"/>
              </a:defRPr>
            </a:lvl3pPr>
            <a:lvl4pPr>
              <a:defRPr sz="2400">
                <a:latin typeface="Aptos" panose="020B0004020202020204" pitchFamily="34" charset="0"/>
              </a:defRPr>
            </a:lvl4pPr>
            <a:lvl5pPr>
              <a:defRPr sz="2400">
                <a:latin typeface="Aptos" panose="020B0004020202020204" pitchFamily="34" charset="0"/>
              </a:defRPr>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5048250" y="3011835"/>
            <a:ext cx="6500116" cy="2808034"/>
          </a:xfrm>
        </p:spPr>
        <p:txBody>
          <a:bodyPr/>
          <a:lstStyle>
            <a:lvl1pPr>
              <a:defRPr sz="2000"/>
            </a:lvl1pPr>
          </a:lstStyle>
          <a:p>
            <a:pPr lvl="0"/>
            <a:r>
              <a:rPr lang="en-US"/>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06E589A-EAA9-BB85-DE1B-DED526C9C95A}"/>
              </a:ext>
            </a:extLst>
          </p:cNvPr>
          <p:cNvSpPr/>
          <p:nvPr userDrawn="1"/>
        </p:nvSpPr>
        <p:spPr>
          <a:xfrm>
            <a:off x="0" y="6296025"/>
            <a:ext cx="12192000" cy="547550"/>
          </a:xfrm>
          <a:prstGeom prst="rect">
            <a:avLst/>
          </a:prstGeom>
          <a:solidFill>
            <a:schemeClr val="accent3">
              <a:lumMod val="60000"/>
              <a:lumOff val="40000"/>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B7966E0-B5C7-AAF8-EC0F-F44AEBF7974C}"/>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53D414B-5EAD-B159-97F1-34AAA85A9581}"/>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91F342F-78B9-1CB3-48D6-C4982F233723}"/>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415569A-FCB7-BE4E-9FE2-B237FCB10EC6}"/>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465640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BACBD881-6AC2-72CB-F60A-50DB76B4F4B2}"/>
              </a:ext>
              <a:ext uri="{C183D7F6-B498-43B3-948B-1728B52AA6E4}">
                <adec:decorative xmlns:adec="http://schemas.microsoft.com/office/drawing/2017/decorative" val="1"/>
              </a:ext>
            </a:extLst>
          </p:cNvPr>
          <p:cNvSpPr/>
          <p:nvPr userDrawn="1"/>
        </p:nvSpPr>
        <p:spPr>
          <a:xfrm>
            <a:off x="336550" y="259649"/>
            <a:ext cx="11518900" cy="5830209"/>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50494" y="1933575"/>
            <a:ext cx="3421255" cy="3870459"/>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4371976" y="1933575"/>
            <a:ext cx="7174103" cy="3870459"/>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1945" y="2160274"/>
            <a:ext cx="3062967" cy="3388949"/>
          </a:xfrm>
        </p:spPr>
        <p:txBody>
          <a:bodyPr/>
          <a:lstStyle>
            <a:lvl1pPr marL="285750" indent="-285750">
              <a:lnSpc>
                <a:spcPts val="2400"/>
              </a:lnSpc>
              <a:buFont typeface="Arial" panose="020B0604020202020204" pitchFamily="34" charset="0"/>
              <a:buChar char="•"/>
              <a:defRPr sz="2000">
                <a:latin typeface="Aptos" panose="020B0004020202020204" pitchFamily="34" charset="0"/>
              </a:defRPr>
            </a:lvl1pPr>
            <a:lvl2pPr marL="742950" indent="-285750">
              <a:lnSpc>
                <a:spcPts val="2400"/>
              </a:lnSpc>
              <a:buFont typeface="Arial" panose="020B0604020202020204" pitchFamily="34" charset="0"/>
              <a:buChar char="•"/>
              <a:defRPr sz="2000">
                <a:latin typeface="Aptos" panose="020B0004020202020204" pitchFamily="34" charset="0"/>
              </a:defRPr>
            </a:lvl2pPr>
            <a:lvl3pPr marL="1200150" indent="-285750">
              <a:lnSpc>
                <a:spcPts val="2400"/>
              </a:lnSpc>
              <a:buFont typeface="Arial" panose="020B0604020202020204" pitchFamily="34" charset="0"/>
              <a:buChar char="•"/>
              <a:defRPr sz="2000">
                <a:latin typeface="Aptos" panose="020B0004020202020204" pitchFamily="34" charset="0"/>
              </a:defRPr>
            </a:lvl3pPr>
            <a:lvl4pPr marL="1657350" indent="-285750">
              <a:lnSpc>
                <a:spcPts val="2400"/>
              </a:lnSpc>
              <a:buFont typeface="Arial" panose="020B0604020202020204" pitchFamily="34" charset="0"/>
              <a:buChar char="•"/>
              <a:defRPr sz="2000">
                <a:latin typeface="Aptos" panose="020B0004020202020204" pitchFamily="34" charset="0"/>
              </a:defRPr>
            </a:lvl4pPr>
            <a:lvl5pPr marL="2114550" indent="-285750">
              <a:lnSpc>
                <a:spcPts val="2400"/>
              </a:lnSpc>
              <a:buFont typeface="Arial" panose="020B0604020202020204" pitchFamily="34" charset="0"/>
              <a:buChar char="•"/>
              <a:defRPr sz="20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4619626" y="2160275"/>
            <a:ext cx="6626226" cy="3393502"/>
          </a:xfrm>
        </p:spPr>
        <p:txBody>
          <a:bodyPr/>
          <a:lstStyle>
            <a:lvl1pPr marL="0" indent="0">
              <a:lnSpc>
                <a:spcPts val="2400"/>
              </a:lnSpc>
              <a:buNone/>
              <a:defRPr sz="2400">
                <a:latin typeface="Aptos" panose="020B0004020202020204" pitchFamily="34" charset="0"/>
              </a:defRPr>
            </a:lvl1pPr>
            <a:lvl2pPr>
              <a:lnSpc>
                <a:spcPts val="2400"/>
              </a:lnSpc>
              <a:defRPr sz="2400">
                <a:latin typeface="Aptos" panose="020B0004020202020204" pitchFamily="34" charset="0"/>
              </a:defRPr>
            </a:lvl2pPr>
            <a:lvl3pPr>
              <a:lnSpc>
                <a:spcPts val="2400"/>
              </a:lnSpc>
              <a:defRPr sz="2400">
                <a:latin typeface="Aptos" panose="020B0004020202020204" pitchFamily="34" charset="0"/>
              </a:defRPr>
            </a:lvl3pPr>
            <a:lvl4pPr>
              <a:lnSpc>
                <a:spcPts val="2400"/>
              </a:lnSpc>
              <a:defRPr sz="2400">
                <a:latin typeface="Aptos" panose="020B0004020202020204" pitchFamily="34" charset="0"/>
              </a:defRPr>
            </a:lvl4pPr>
            <a:lvl5pPr>
              <a:lnSpc>
                <a:spcPts val="2400"/>
              </a:lnSpc>
              <a:defRPr sz="2400">
                <a:latin typeface="Aptos" panose="020B0004020202020204" pitchFamily="34" charset="0"/>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38A5912-AA39-77E3-1378-1B9DA34D86FE}"/>
              </a:ext>
            </a:extLst>
          </p:cNvPr>
          <p:cNvGrpSpPr/>
          <p:nvPr userDrawn="1"/>
        </p:nvGrpSpPr>
        <p:grpSpPr>
          <a:xfrm>
            <a:off x="0" y="6296025"/>
            <a:ext cx="12192000" cy="547550"/>
            <a:chOff x="0" y="6296025"/>
            <a:chExt cx="12192000" cy="547550"/>
          </a:xfrm>
        </p:grpSpPr>
        <p:sp>
          <p:nvSpPr>
            <p:cNvPr id="4" name="Rectangle 3">
              <a:extLst>
                <a:ext uri="{FF2B5EF4-FFF2-40B4-BE49-F238E27FC236}">
                  <a16:creationId xmlns:a16="http://schemas.microsoft.com/office/drawing/2014/main" id="{E5BF1ABE-F639-857A-C8CA-571660663FBB}"/>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13E41E2-FA41-A026-7150-524ED766E3A7}"/>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20FEF73-9DE9-3921-F1E0-E2AFB5537B0B}"/>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1EFDD50-2B97-3CEF-CA0D-63E2AF709828}"/>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8D63F026-C4DA-617F-2DE9-9B94558BC3C0}"/>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3630598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4934493" y="1202058"/>
            <a:ext cx="6876504" cy="4270248"/>
          </a:xfrm>
        </p:spPr>
        <p:txBody>
          <a:bodyPr/>
          <a:lstStyle/>
          <a:p>
            <a:endParaRPr lang="en-US"/>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C21F5522-3BCA-2A8B-1EAF-73EF1B96C4C9}"/>
              </a:ext>
            </a:extLst>
          </p:cNvPr>
          <p:cNvGrpSpPr/>
          <p:nvPr userDrawn="1"/>
        </p:nvGrpSpPr>
        <p:grpSpPr>
          <a:xfrm>
            <a:off x="0" y="6296025"/>
            <a:ext cx="12192000" cy="547550"/>
            <a:chOff x="0" y="6296025"/>
            <a:chExt cx="12192000" cy="547550"/>
          </a:xfrm>
        </p:grpSpPr>
        <p:sp>
          <p:nvSpPr>
            <p:cNvPr id="3" name="Rectangle 2">
              <a:extLst>
                <a:ext uri="{FF2B5EF4-FFF2-40B4-BE49-F238E27FC236}">
                  <a16:creationId xmlns:a16="http://schemas.microsoft.com/office/drawing/2014/main" id="{716C3D18-21B9-19FE-4DA8-307DD27033E7}"/>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1341924-450B-322B-2184-3446EF61F41A}"/>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EF3BEB0-280E-63DD-800F-37058FA3932A}"/>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87825C-D132-903A-7B0E-D2CECC32D82D}"/>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1DF8A1E8-313D-3A12-C614-28E4818C888A}"/>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42275210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964746" y="327023"/>
            <a:ext cx="5931354" cy="5561465"/>
          </a:xfrm>
        </p:spPr>
        <p:txBody>
          <a:bodyPr vert="horz" lIns="91440" tIns="45720" rIns="91440" bIns="45720" rtlCol="0" anchor="ctr">
            <a:noAutofit/>
          </a:bodyPr>
          <a:lstStyle>
            <a:lvl1pPr algn="ctr">
              <a:defRPr lang="en-US" sz="6000" dirty="0"/>
            </a:lvl1pPr>
          </a:lstStyle>
          <a:p>
            <a:pPr lvl="0" algn="ctr"/>
            <a:r>
              <a:rPr lang="en-US"/>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userDrawn="1"/>
        </p:nvGrpSpPr>
        <p:grpSpPr>
          <a:xfrm>
            <a:off x="7575684" y="1200589"/>
            <a:ext cx="3365366"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userDrawn="1"/>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userDrawn="1"/>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9DA007-4D12-4E50-8A2A-BFEB557D2755}"/>
                  </a:ext>
                </a:extLst>
              </p:cNvPr>
              <p:cNvSpPr/>
              <p:nvPr userDrawn="1"/>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3696F41-7A57-6A71-48E0-57DC0FD1F45D}"/>
                </a:ext>
              </a:extLst>
            </p:cNvPr>
            <p:cNvGrpSpPr/>
            <p:nvPr userDrawn="1"/>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0CA477C-B13C-EF0B-F67F-CF0F4D703D6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ADDCC6C-0428-0F66-95AF-F34D60323CEB}"/>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199" y="1788339"/>
            <a:ext cx="3103201" cy="3092539"/>
          </a:xfrm>
        </p:spPr>
        <p:txBody>
          <a:bodyPr tIns="0" bIns="0" anchor="ctr"/>
          <a:lstStyle>
            <a:lvl1pPr marL="342900" indent="-342900">
              <a:lnSpc>
                <a:spcPct val="150000"/>
              </a:lnSpc>
              <a:buFont typeface="Arial" panose="020B0604020202020204" pitchFamily="34" charset="0"/>
              <a:buChar char="•"/>
              <a:defRPr sz="18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en-US"/>
              <a:t>Click to edit Master text styles</a:t>
            </a:r>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D0BF5F4-453F-D843-7530-C812FD39A2AA}"/>
              </a:ext>
            </a:extLst>
          </p:cNvPr>
          <p:cNvGrpSpPr/>
          <p:nvPr userDrawn="1"/>
        </p:nvGrpSpPr>
        <p:grpSpPr>
          <a:xfrm>
            <a:off x="0" y="6296025"/>
            <a:ext cx="12192000" cy="547550"/>
            <a:chOff x="0" y="6296025"/>
            <a:chExt cx="12192000" cy="547550"/>
          </a:xfrm>
        </p:grpSpPr>
        <p:sp>
          <p:nvSpPr>
            <p:cNvPr id="16" name="Rectangle 15">
              <a:extLst>
                <a:ext uri="{FF2B5EF4-FFF2-40B4-BE49-F238E27FC236}">
                  <a16:creationId xmlns:a16="http://schemas.microsoft.com/office/drawing/2014/main" id="{D9860F3A-4D6B-4B88-90CC-B0986AD572AA}"/>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C20A4BB-7531-D8FD-7C74-55C92655F62C}"/>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47896BB-3AEE-63F8-4A95-1ABBE9F7953A}"/>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6197E0A-4A39-E1A0-74E3-8A887076AEAC}"/>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8F4DF867-FD48-AF4A-7731-49B7AF847CB7}"/>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40920577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934495" y="1202058"/>
            <a:ext cx="6876502" cy="4268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780E828-6CB7-5FAF-46A3-9A9172568A90}"/>
              </a:ext>
            </a:extLst>
          </p:cNvPr>
          <p:cNvGrpSpPr/>
          <p:nvPr userDrawn="1"/>
        </p:nvGrpSpPr>
        <p:grpSpPr>
          <a:xfrm>
            <a:off x="0" y="6296025"/>
            <a:ext cx="12192000" cy="547550"/>
            <a:chOff x="0" y="6296025"/>
            <a:chExt cx="12192000" cy="547550"/>
          </a:xfrm>
        </p:grpSpPr>
        <p:sp>
          <p:nvSpPr>
            <p:cNvPr id="4" name="Rectangle 3">
              <a:extLst>
                <a:ext uri="{FF2B5EF4-FFF2-40B4-BE49-F238E27FC236}">
                  <a16:creationId xmlns:a16="http://schemas.microsoft.com/office/drawing/2014/main" id="{9DD462C9-0C0D-FF50-0403-1EEB41380B64}"/>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6D38AA6-40F3-396D-C6D7-6887AB35738F}"/>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163288A-791D-DB6D-E4D8-DB7712C5C129}"/>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F14B731-BED9-9EC2-0363-76813E1276D9}"/>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5B19761A-D451-8679-4B9C-60ECA9255746}"/>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2907152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35D7E07-D43E-00E4-9F34-CB90CD76FE38}"/>
              </a:ext>
            </a:extLst>
          </p:cNvPr>
          <p:cNvGrpSpPr/>
          <p:nvPr userDrawn="1"/>
        </p:nvGrpSpPr>
        <p:grpSpPr>
          <a:xfrm>
            <a:off x="0" y="6296025"/>
            <a:ext cx="12192000" cy="547550"/>
            <a:chOff x="0" y="6296025"/>
            <a:chExt cx="12192000" cy="547550"/>
          </a:xfrm>
        </p:grpSpPr>
        <p:sp>
          <p:nvSpPr>
            <p:cNvPr id="3" name="Rectangle 2">
              <a:extLst>
                <a:ext uri="{FF2B5EF4-FFF2-40B4-BE49-F238E27FC236}">
                  <a16:creationId xmlns:a16="http://schemas.microsoft.com/office/drawing/2014/main" id="{A16421BA-A619-E16B-2E37-90FE50FD2794}"/>
                </a:ext>
              </a:extLst>
            </p:cNvPr>
            <p:cNvSpPr/>
            <p:nvPr userDrawn="1"/>
          </p:nvSpPr>
          <p:spPr>
            <a:xfrm>
              <a:off x="0" y="6296025"/>
              <a:ext cx="12192000" cy="547550"/>
            </a:xfrm>
            <a:prstGeom prst="rect">
              <a:avLst/>
            </a:prstGeom>
            <a:solidFill>
              <a:schemeClr val="accent1">
                <a:alpha val="7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75DEE5E-BA50-FF48-3690-192A466FC12A}"/>
                </a:ext>
              </a:extLst>
            </p:cNvPr>
            <p:cNvSpPr/>
            <p:nvPr userDrawn="1"/>
          </p:nvSpPr>
          <p:spPr>
            <a:xfrm>
              <a:off x="222644" y="6458795"/>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8A8A43A-B602-BE4E-1548-0CF1604151CC}"/>
                </a:ext>
              </a:extLst>
            </p:cNvPr>
            <p:cNvSpPr/>
            <p:nvPr userDrawn="1"/>
          </p:nvSpPr>
          <p:spPr>
            <a:xfrm>
              <a:off x="522001" y="6458795"/>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2ECAD43-1C7C-3AAE-CC19-46DEE013960C}"/>
                </a:ext>
              </a:extLst>
            </p:cNvPr>
            <p:cNvSpPr/>
            <p:nvPr userDrawn="1"/>
          </p:nvSpPr>
          <p:spPr>
            <a:xfrm>
              <a:off x="821358" y="6458794"/>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0AC392E8-51F4-6CFD-9BDC-F1CD8038C183}"/>
              </a:ext>
            </a:extLst>
          </p:cNvPr>
          <p:cNvSpPr txBox="1"/>
          <p:nvPr userDrawn="1"/>
        </p:nvSpPr>
        <p:spPr>
          <a:xfrm>
            <a:off x="1173064" y="6363678"/>
            <a:ext cx="10796291" cy="400110"/>
          </a:xfrm>
          <a:prstGeom prst="rect">
            <a:avLst/>
          </a:prstGeom>
          <a:noFill/>
        </p:spPr>
        <p:txBody>
          <a:bodyPr wrap="square" rtlCol="0">
            <a:spAutoFit/>
          </a:bodyPr>
          <a:lstStyle/>
          <a:p>
            <a:r>
              <a:rPr lang="en-PH" sz="2000" b="1">
                <a:solidFill>
                  <a:schemeClr val="tx1"/>
                </a:solidFill>
              </a:rPr>
              <a:t>CSW Training for LGUs</a:t>
            </a:r>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3"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EE75D-28C9-46D4-85A2-0F7BCFF1DE23}" type="datetime1">
              <a:rPr lang="en-US" smtClean="0"/>
              <a:t>4/26/2024</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A09A9-5501-47C1-A89A-A340965A2BE2}" type="slidenum">
              <a:rPr lang="en-US" smtClean="0"/>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7" r:id="rId3"/>
    <p:sldLayoutId id="2147483685" r:id="rId4"/>
    <p:sldLayoutId id="2147483683" r:id="rId5"/>
    <p:sldLayoutId id="2147483684" r:id="rId6"/>
    <p:sldLayoutId id="2147483672" r:id="rId7"/>
    <p:sldLayoutId id="2147483687" r:id="rId8"/>
    <p:sldLayoutId id="2147483673" r:id="rId9"/>
    <p:sldLayoutId id="2147483674" r:id="rId10"/>
    <p:sldLayoutId id="2147483649" r:id="rId11"/>
    <p:sldLayoutId id="2147483675" r:id="rId12"/>
    <p:sldLayoutId id="2147483686" r:id="rId13"/>
    <p:sldLayoutId id="2147483676" r:id="rId14"/>
    <p:sldLayoutId id="2147483664" r:id="rId15"/>
    <p:sldLayoutId id="2147483682" r:id="rId16"/>
    <p:sldLayoutId id="2147483678" r:id="rId17"/>
    <p:sldLayoutId id="2147483681" r:id="rId18"/>
    <p:sldLayoutId id="2147483679" r:id="rId19"/>
    <p:sldLayoutId id="2147483662" r:id="rId20"/>
    <p:sldLayoutId id="2147483655" r:id="rId2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hqprint">
            <a:alphaModFix amt="8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839686" y="1209643"/>
            <a:ext cx="8508273" cy="4968000"/>
          </a:xfrm>
        </p:spPr>
        <p:txBody>
          <a:bodyPr/>
          <a:lstStyle/>
          <a:p>
            <a:r>
              <a:rPr lang="en-US"/>
              <a:t>Completed </a:t>
            </a:r>
            <a:br>
              <a:rPr lang="en-US"/>
            </a:br>
            <a:r>
              <a:rPr lang="en-US"/>
              <a:t>Staff Work (CSW) Training</a:t>
            </a:r>
            <a:br>
              <a:rPr lang="en-US" sz="2400"/>
            </a:br>
            <a:br>
              <a:rPr lang="en-US" sz="2400" b="1">
                <a:latin typeface="+mn-lt"/>
              </a:rPr>
            </a:br>
            <a:r>
              <a:rPr lang="en-US" sz="2400" b="1">
                <a:latin typeface="+mn-lt"/>
              </a:rPr>
              <a:t>Municipal Local Government of </a:t>
            </a:r>
            <a:r>
              <a:rPr lang="en-US" sz="2400" b="1" err="1">
                <a:latin typeface="+mn-lt"/>
              </a:rPr>
              <a:t>Paglat</a:t>
            </a:r>
            <a:br>
              <a:rPr lang="en-US" sz="2400" b="1">
                <a:latin typeface="+mn-lt"/>
              </a:rPr>
            </a:br>
            <a:r>
              <a:rPr lang="en-US" sz="2400" b="1">
                <a:latin typeface="+mn-lt"/>
              </a:rPr>
              <a:t>Maguindanao del Sur, BARMM</a:t>
            </a:r>
            <a:br>
              <a:rPr lang="en-US" sz="2400" b="1">
                <a:latin typeface="+mn-lt"/>
              </a:rPr>
            </a:br>
            <a:r>
              <a:rPr lang="en-US" sz="2400" b="1">
                <a:latin typeface="+mn-lt"/>
              </a:rPr>
              <a:t>April 25 – 27, 2024 </a:t>
            </a:r>
            <a:endParaRPr lang="en-US" sz="4000" b="1">
              <a:latin typeface="+mn-lt"/>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dirty="0"/>
              <a:t>1.3 The 5-Step CSW Process – </a:t>
            </a:r>
            <a:r>
              <a:rPr lang="en-PH" sz="4800" dirty="0">
                <a:solidFill>
                  <a:srgbClr val="006600"/>
                </a:solidFill>
              </a:rPr>
              <a:t>ADDRESS</a:t>
            </a:r>
            <a:r>
              <a:rPr lang="en-PH" dirty="0"/>
              <a:t> </a:t>
            </a:r>
          </a:p>
        </p:txBody>
      </p:sp>
      <p:graphicFrame>
        <p:nvGraphicFramePr>
          <p:cNvPr id="5" name="Content Placeholder 4">
            <a:extLst>
              <a:ext uri="{FF2B5EF4-FFF2-40B4-BE49-F238E27FC236}">
                <a16:creationId xmlns:a16="http://schemas.microsoft.com/office/drawing/2014/main" id="{A8EE376D-D887-BD1E-6D1E-F91DB8740423}"/>
              </a:ext>
            </a:extLst>
          </p:cNvPr>
          <p:cNvGraphicFramePr>
            <a:graphicFrameLocks noGrp="1"/>
          </p:cNvGraphicFramePr>
          <p:nvPr>
            <p:ph idx="1"/>
          </p:nvPr>
        </p:nvGraphicFramePr>
        <p:xfrm>
          <a:off x="339478" y="1632046"/>
          <a:ext cx="4918322" cy="52259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F424CA7-786C-8F16-7245-B286E0C7CDB0}"/>
              </a:ext>
            </a:extLst>
          </p:cNvPr>
          <p:cNvSpPr txBox="1"/>
          <p:nvPr/>
        </p:nvSpPr>
        <p:spPr>
          <a:xfrm>
            <a:off x="6411074" y="286735"/>
            <a:ext cx="5270644" cy="369332"/>
          </a:xfrm>
          <a:prstGeom prst="rect">
            <a:avLst/>
          </a:prstGeom>
          <a:noFill/>
        </p:spPr>
        <p:txBody>
          <a:bodyPr wrap="square" rtlCol="0">
            <a:spAutoFit/>
          </a:bodyPr>
          <a:lstStyle/>
          <a:p>
            <a:pPr algn="r"/>
            <a:r>
              <a:rPr lang="en-PH" b="1" i="1">
                <a:solidFill>
                  <a:schemeClr val="bg1"/>
                </a:solidFill>
                <a:latin typeface="Aptos Narrow" panose="020B0004020202020204" pitchFamily="34" charset="0"/>
              </a:rPr>
              <a:t>Session 1: Intro to CSW</a:t>
            </a:r>
          </a:p>
        </p:txBody>
      </p:sp>
      <p:sp>
        <p:nvSpPr>
          <p:cNvPr id="6" name="TextBox 5">
            <a:extLst>
              <a:ext uri="{FF2B5EF4-FFF2-40B4-BE49-F238E27FC236}">
                <a16:creationId xmlns:a16="http://schemas.microsoft.com/office/drawing/2014/main" id="{536C98EB-070E-23DB-ECB2-C2340052650E}"/>
              </a:ext>
            </a:extLst>
          </p:cNvPr>
          <p:cNvSpPr txBox="1"/>
          <p:nvPr/>
        </p:nvSpPr>
        <p:spPr>
          <a:xfrm>
            <a:off x="2521219" y="6083494"/>
            <a:ext cx="8845183" cy="523220"/>
          </a:xfrm>
          <a:prstGeom prst="rect">
            <a:avLst/>
          </a:prstGeom>
          <a:noFill/>
        </p:spPr>
        <p:txBody>
          <a:bodyPr wrap="square" rtlCol="0">
            <a:spAutoFit/>
          </a:bodyPr>
          <a:lstStyle/>
          <a:p>
            <a:r>
              <a:rPr lang="en-US" sz="2800" b="1" dirty="0">
                <a:solidFill>
                  <a:srgbClr val="006600"/>
                </a:solidFill>
                <a:latin typeface="+mj-lt"/>
              </a:rPr>
              <a:t>A</a:t>
            </a:r>
            <a:r>
              <a:rPr lang="en-US" sz="2800" b="1" dirty="0">
                <a:latin typeface="Aptos" panose="020B0004020202020204" pitchFamily="34" charset="0"/>
              </a:rPr>
              <a:t>nalyze the Context</a:t>
            </a:r>
          </a:p>
        </p:txBody>
      </p:sp>
      <p:sp>
        <p:nvSpPr>
          <p:cNvPr id="7" name="TextBox 6">
            <a:extLst>
              <a:ext uri="{FF2B5EF4-FFF2-40B4-BE49-F238E27FC236}">
                <a16:creationId xmlns:a16="http://schemas.microsoft.com/office/drawing/2014/main" id="{BA803C87-6251-68B2-1159-9892216868FD}"/>
              </a:ext>
            </a:extLst>
          </p:cNvPr>
          <p:cNvSpPr txBox="1"/>
          <p:nvPr/>
        </p:nvSpPr>
        <p:spPr>
          <a:xfrm>
            <a:off x="3817027" y="5463404"/>
            <a:ext cx="7864691" cy="523220"/>
          </a:xfrm>
          <a:prstGeom prst="rect">
            <a:avLst/>
          </a:prstGeom>
          <a:noFill/>
        </p:spPr>
        <p:txBody>
          <a:bodyPr wrap="square" rtlCol="0">
            <a:spAutoFit/>
          </a:bodyPr>
          <a:lstStyle/>
          <a:p>
            <a:r>
              <a:rPr lang="en-US" sz="2800" b="1" dirty="0">
                <a:solidFill>
                  <a:srgbClr val="006600"/>
                </a:solidFill>
                <a:latin typeface="+mj-lt"/>
              </a:rPr>
              <a:t>D</a:t>
            </a:r>
            <a:r>
              <a:rPr lang="en-US" sz="2800" b="1" dirty="0">
                <a:latin typeface="Aptos" panose="020B0004020202020204" pitchFamily="34" charset="0"/>
              </a:rPr>
              <a:t>efine and </a:t>
            </a:r>
            <a:r>
              <a:rPr lang="en-US" sz="2800" b="1" dirty="0">
                <a:solidFill>
                  <a:srgbClr val="006600"/>
                </a:solidFill>
                <a:latin typeface="+mj-lt"/>
              </a:rPr>
              <a:t>D</a:t>
            </a:r>
            <a:r>
              <a:rPr lang="en-US" sz="2800" b="1" dirty="0">
                <a:latin typeface="Aptos" panose="020B0004020202020204" pitchFamily="34" charset="0"/>
              </a:rPr>
              <a:t>eliberate the Problem or Need</a:t>
            </a:r>
          </a:p>
        </p:txBody>
      </p:sp>
      <p:sp>
        <p:nvSpPr>
          <p:cNvPr id="8" name="TextBox 7">
            <a:extLst>
              <a:ext uri="{FF2B5EF4-FFF2-40B4-BE49-F238E27FC236}">
                <a16:creationId xmlns:a16="http://schemas.microsoft.com/office/drawing/2014/main" id="{1B23E63C-EFD4-5AF5-5020-9271DC30EEE9}"/>
              </a:ext>
            </a:extLst>
          </p:cNvPr>
          <p:cNvSpPr txBox="1"/>
          <p:nvPr/>
        </p:nvSpPr>
        <p:spPr>
          <a:xfrm>
            <a:off x="4481478" y="4748453"/>
            <a:ext cx="7066886" cy="523220"/>
          </a:xfrm>
          <a:prstGeom prst="rect">
            <a:avLst/>
          </a:prstGeom>
          <a:noFill/>
        </p:spPr>
        <p:txBody>
          <a:bodyPr wrap="square" rtlCol="0">
            <a:spAutoFit/>
          </a:bodyPr>
          <a:lstStyle/>
          <a:p>
            <a:r>
              <a:rPr lang="en-US" sz="2800" b="1">
                <a:solidFill>
                  <a:srgbClr val="006600"/>
                </a:solidFill>
                <a:latin typeface="+mj-lt"/>
              </a:rPr>
              <a:t>R</a:t>
            </a:r>
            <a:r>
              <a:rPr lang="en-US" sz="2800" b="1">
                <a:latin typeface="Aptos" panose="020B0004020202020204" pitchFamily="34" charset="0"/>
              </a:rPr>
              <a:t>esearch and Analyze Needed Information</a:t>
            </a:r>
          </a:p>
        </p:txBody>
      </p:sp>
      <p:sp>
        <p:nvSpPr>
          <p:cNvPr id="9" name="TextBox 8">
            <a:extLst>
              <a:ext uri="{FF2B5EF4-FFF2-40B4-BE49-F238E27FC236}">
                <a16:creationId xmlns:a16="http://schemas.microsoft.com/office/drawing/2014/main" id="{0F2A9AB2-5DC1-B594-6461-52C74C71529D}"/>
              </a:ext>
            </a:extLst>
          </p:cNvPr>
          <p:cNvSpPr txBox="1"/>
          <p:nvPr/>
        </p:nvSpPr>
        <p:spPr>
          <a:xfrm>
            <a:off x="4920183" y="3826927"/>
            <a:ext cx="6761535" cy="646331"/>
          </a:xfrm>
          <a:prstGeom prst="rect">
            <a:avLst/>
          </a:prstGeom>
          <a:noFill/>
        </p:spPr>
        <p:txBody>
          <a:bodyPr wrap="square" rtlCol="0">
            <a:spAutoFit/>
          </a:bodyPr>
          <a:lstStyle/>
          <a:p>
            <a:r>
              <a:rPr lang="en-US" sz="3600" b="1">
                <a:solidFill>
                  <a:srgbClr val="006600"/>
                </a:solidFill>
                <a:latin typeface="+mj-lt"/>
              </a:rPr>
              <a:t>E</a:t>
            </a:r>
            <a:r>
              <a:rPr lang="en-US" sz="3600" b="1">
                <a:latin typeface="Aptos" panose="020B0004020202020204" pitchFamily="34" charset="0"/>
              </a:rPr>
              <a:t>xplore Options or Alternatives</a:t>
            </a:r>
          </a:p>
        </p:txBody>
      </p:sp>
      <p:sp>
        <p:nvSpPr>
          <p:cNvPr id="10" name="TextBox 9">
            <a:extLst>
              <a:ext uri="{FF2B5EF4-FFF2-40B4-BE49-F238E27FC236}">
                <a16:creationId xmlns:a16="http://schemas.microsoft.com/office/drawing/2014/main" id="{F4BB6F52-9478-AA0E-C552-9ED014746A86}"/>
              </a:ext>
            </a:extLst>
          </p:cNvPr>
          <p:cNvSpPr txBox="1"/>
          <p:nvPr/>
        </p:nvSpPr>
        <p:spPr>
          <a:xfrm>
            <a:off x="5121351" y="2874627"/>
            <a:ext cx="6560367" cy="707886"/>
          </a:xfrm>
          <a:prstGeom prst="rect">
            <a:avLst/>
          </a:prstGeom>
          <a:noFill/>
        </p:spPr>
        <p:txBody>
          <a:bodyPr wrap="square" rtlCol="0">
            <a:spAutoFit/>
          </a:bodyPr>
          <a:lstStyle/>
          <a:p>
            <a:r>
              <a:rPr lang="en-US" sz="4000" b="1" dirty="0">
                <a:solidFill>
                  <a:srgbClr val="006600"/>
                </a:solidFill>
                <a:latin typeface="+mj-lt"/>
              </a:rPr>
              <a:t>S</a:t>
            </a:r>
            <a:r>
              <a:rPr lang="en-US" sz="4000" b="1" dirty="0">
                <a:latin typeface="Aptos" panose="020B0004020202020204" pitchFamily="34" charset="0"/>
              </a:rPr>
              <a:t>ubmit Proposal or Report</a:t>
            </a:r>
          </a:p>
        </p:txBody>
      </p:sp>
      <p:sp>
        <p:nvSpPr>
          <p:cNvPr id="3" name="TextBox 2">
            <a:extLst>
              <a:ext uri="{FF2B5EF4-FFF2-40B4-BE49-F238E27FC236}">
                <a16:creationId xmlns:a16="http://schemas.microsoft.com/office/drawing/2014/main" id="{5B6B405B-9043-9E10-EB3F-25B1BDACC593}"/>
              </a:ext>
            </a:extLst>
          </p:cNvPr>
          <p:cNvSpPr txBox="1"/>
          <p:nvPr/>
        </p:nvSpPr>
        <p:spPr>
          <a:xfrm>
            <a:off x="3907616" y="2320174"/>
            <a:ext cx="7683512" cy="458587"/>
          </a:xfrm>
          <a:prstGeom prst="rect">
            <a:avLst/>
          </a:prstGeom>
          <a:noFill/>
        </p:spPr>
        <p:txBody>
          <a:bodyPr wrap="square" rtlCol="0">
            <a:spAutoFit/>
          </a:bodyPr>
          <a:lstStyle/>
          <a:p>
            <a:pPr>
              <a:lnSpc>
                <a:spcPct val="80000"/>
              </a:lnSpc>
            </a:pPr>
            <a:r>
              <a:rPr lang="en-US" sz="2800" b="1" dirty="0">
                <a:solidFill>
                  <a:srgbClr val="006600"/>
                </a:solidFill>
                <a:latin typeface="+mj-lt"/>
              </a:rPr>
              <a:t>S</a:t>
            </a:r>
            <a:r>
              <a:rPr lang="en-US" sz="2800" b="1" dirty="0">
                <a:latin typeface="Aptos" panose="020B0004020202020204" pitchFamily="34" charset="0"/>
              </a:rPr>
              <a:t>ustain efforts to address the problem or need</a:t>
            </a:r>
          </a:p>
        </p:txBody>
      </p:sp>
    </p:spTree>
    <p:extLst>
      <p:ext uri="{BB962C8B-B14F-4D97-AF65-F5344CB8AC3E}">
        <p14:creationId xmlns:p14="http://schemas.microsoft.com/office/powerpoint/2010/main" val="3594507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DCF8F-70DA-B664-C7DC-395EBFC8CEF4}"/>
              </a:ext>
            </a:extLst>
          </p:cNvPr>
          <p:cNvSpPr>
            <a:spLocks noGrp="1"/>
          </p:cNvSpPr>
          <p:nvPr>
            <p:ph type="title"/>
          </p:nvPr>
        </p:nvSpPr>
        <p:spPr>
          <a:xfrm>
            <a:off x="429768" y="795843"/>
            <a:ext cx="11347704" cy="922516"/>
          </a:xfrm>
        </p:spPr>
        <p:txBody>
          <a:bodyPr/>
          <a:lstStyle/>
          <a:p>
            <a:r>
              <a:rPr lang="en-PH"/>
              <a:t>3.1 Overview of the CSW Competencies - </a:t>
            </a:r>
            <a:r>
              <a:rPr lang="en-US" sz="2800" b="1" err="1">
                <a:solidFill>
                  <a:srgbClr val="006600"/>
                </a:solidFill>
                <a:effectLst/>
                <a:ea typeface="Aptos" panose="020B0004020202020204" pitchFamily="34" charset="0"/>
                <a:cs typeface="Times New Roman" panose="02020603050405020304" pitchFamily="18" charset="0"/>
              </a:rPr>
              <a:t>ACSCCRaPATFEE</a:t>
            </a:r>
            <a:endParaRPr lang="en-US">
              <a:solidFill>
                <a:srgbClr val="006600"/>
              </a:solidFill>
            </a:endParaRPr>
          </a:p>
        </p:txBody>
      </p:sp>
      <p:sp>
        <p:nvSpPr>
          <p:cNvPr id="3" name="Content Placeholder 2">
            <a:extLst>
              <a:ext uri="{FF2B5EF4-FFF2-40B4-BE49-F238E27FC236}">
                <a16:creationId xmlns:a16="http://schemas.microsoft.com/office/drawing/2014/main" id="{2C6A29AE-2377-04FE-0C92-F77762CB8164}"/>
              </a:ext>
            </a:extLst>
          </p:cNvPr>
          <p:cNvSpPr>
            <a:spLocks noGrp="1"/>
          </p:cNvSpPr>
          <p:nvPr>
            <p:ph sz="half" idx="14"/>
          </p:nvPr>
        </p:nvSpPr>
        <p:spPr>
          <a:xfrm>
            <a:off x="841864" y="2245936"/>
            <a:ext cx="4958289" cy="3435939"/>
          </a:xfrm>
        </p:spPr>
        <p:txBody>
          <a:bodyPr/>
          <a:lstStyle/>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A</a:t>
            </a:r>
            <a:r>
              <a:rPr lang="en-US" b="1" i="1" cap="small">
                <a:effectLst/>
                <a:ea typeface="Aptos" panose="020B0004020202020204" pitchFamily="34" charset="0"/>
                <a:cs typeface="Times New Roman" panose="02020603050405020304" pitchFamily="18" charset="0"/>
              </a:rPr>
              <a:t>nalytical and Critical Thinking</a:t>
            </a:r>
          </a:p>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C</a:t>
            </a:r>
            <a:r>
              <a:rPr lang="en-US" b="1" i="1" cap="small">
                <a:effectLst/>
                <a:ea typeface="Aptos" panose="020B0004020202020204" pitchFamily="34" charset="0"/>
                <a:cs typeface="Times New Roman" panose="02020603050405020304" pitchFamily="18" charset="0"/>
              </a:rPr>
              <a:t>reativity and Innovation</a:t>
            </a:r>
            <a:endParaRPr lang="en-US" b="1" i="1" cap="small">
              <a:ea typeface="Aptos" panose="020B0004020202020204" pitchFamily="34" charset="0"/>
              <a:cs typeface="Times New Roman" panose="02020603050405020304" pitchFamily="18" charset="0"/>
            </a:endParaRPr>
          </a:p>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S</a:t>
            </a:r>
            <a:r>
              <a:rPr lang="en-US" b="1" i="1" cap="small">
                <a:effectLst/>
                <a:ea typeface="Aptos" panose="020B0004020202020204" pitchFamily="34" charset="0"/>
                <a:cs typeface="Times New Roman" panose="02020603050405020304" pitchFamily="18" charset="0"/>
              </a:rPr>
              <a:t>trategic Thinking</a:t>
            </a:r>
          </a:p>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C</a:t>
            </a:r>
            <a:r>
              <a:rPr lang="en-US" b="1" i="1" cap="small">
                <a:effectLst/>
                <a:ea typeface="Aptos" panose="020B0004020202020204" pitchFamily="34" charset="0"/>
                <a:cs typeface="Times New Roman" panose="02020603050405020304" pitchFamily="18" charset="0"/>
              </a:rPr>
              <a:t>ommunication</a:t>
            </a:r>
            <a:endParaRPr lang="en-US" b="1" i="1" cap="small">
              <a:ea typeface="Aptos" panose="020B0004020202020204" pitchFamily="34" charset="0"/>
              <a:cs typeface="Times New Roman" panose="02020603050405020304" pitchFamily="18" charset="0"/>
            </a:endParaRPr>
          </a:p>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C</a:t>
            </a:r>
            <a:r>
              <a:rPr lang="en-US" b="1" i="1" cap="small">
                <a:effectLst/>
                <a:ea typeface="Aptos" panose="020B0004020202020204" pitchFamily="34" charset="0"/>
                <a:cs typeface="Times New Roman" panose="02020603050405020304" pitchFamily="18" charset="0"/>
              </a:rPr>
              <a:t>ollaboration and Teamwork</a:t>
            </a:r>
          </a:p>
          <a:p>
            <a:pPr marL="457200" indent="-457200">
              <a:buFont typeface="+mj-lt"/>
              <a:buAutoNum type="arabicPeriod"/>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R</a:t>
            </a:r>
            <a:r>
              <a:rPr lang="en-US" b="1" i="1" cap="small">
                <a:effectLst/>
                <a:ea typeface="Aptos" panose="020B0004020202020204" pitchFamily="34" charset="0"/>
                <a:cs typeface="Times New Roman" panose="02020603050405020304" pitchFamily="18" charset="0"/>
              </a:rPr>
              <a:t>esearch and </a:t>
            </a: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A</a:t>
            </a:r>
            <a:r>
              <a:rPr lang="en-US" b="1" i="1" cap="small">
                <a:effectLst/>
                <a:ea typeface="Aptos" panose="020B0004020202020204" pitchFamily="34" charset="0"/>
                <a:cs typeface="Times New Roman" panose="02020603050405020304" pitchFamily="18" charset="0"/>
              </a:rPr>
              <a:t>nalysis</a:t>
            </a:r>
          </a:p>
          <a:p>
            <a:pPr marL="457200" indent="-457200">
              <a:buFont typeface="+mj-lt"/>
              <a:buAutoNum type="arabicPeriod"/>
            </a:pPr>
            <a:r>
              <a:rPr lang="en-US" b="1" i="1" cap="small">
                <a:solidFill>
                  <a:srgbClr val="006600"/>
                </a:solidFill>
                <a:latin typeface="Aptos Black" panose="020B0004020202020204" pitchFamily="34" charset="0"/>
                <a:ea typeface="Aptos" panose="020B0004020202020204" pitchFamily="34" charset="0"/>
                <a:cs typeface="Times New Roman" panose="02020603050405020304" pitchFamily="18" charset="0"/>
              </a:rPr>
              <a:t>P</a:t>
            </a:r>
            <a:r>
              <a:rPr lang="en-US" b="1" i="1" cap="small">
                <a:ea typeface="Aptos" panose="020B0004020202020204" pitchFamily="34" charset="0"/>
                <a:cs typeface="Times New Roman" panose="02020603050405020304" pitchFamily="18" charset="0"/>
              </a:rPr>
              <a:t>roblem-Solving and Decision Making</a:t>
            </a:r>
          </a:p>
        </p:txBody>
      </p:sp>
      <p:sp>
        <p:nvSpPr>
          <p:cNvPr id="4" name="Content Placeholder 3">
            <a:extLst>
              <a:ext uri="{FF2B5EF4-FFF2-40B4-BE49-F238E27FC236}">
                <a16:creationId xmlns:a16="http://schemas.microsoft.com/office/drawing/2014/main" id="{9F8CC578-6877-EB9B-8C51-C5C8A8E6F9FF}"/>
              </a:ext>
            </a:extLst>
          </p:cNvPr>
          <p:cNvSpPr>
            <a:spLocks noGrp="1"/>
          </p:cNvSpPr>
          <p:nvPr>
            <p:ph sz="half" idx="15"/>
          </p:nvPr>
        </p:nvSpPr>
        <p:spPr>
          <a:xfrm>
            <a:off x="6391848" y="2245936"/>
            <a:ext cx="5014583" cy="3551359"/>
          </a:xfrm>
        </p:spPr>
        <p:txBody>
          <a:bodyPr/>
          <a:lstStyle/>
          <a:p>
            <a:pPr marL="574675" indent="-574675">
              <a:buFont typeface="+mj-lt"/>
              <a:buAutoNum type="arabicPeriod" startAt="8"/>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A</a:t>
            </a:r>
            <a:r>
              <a:rPr lang="en-US" b="1" i="1" cap="small">
                <a:effectLst/>
                <a:ea typeface="Aptos" panose="020B0004020202020204" pitchFamily="34" charset="0"/>
                <a:cs typeface="Times New Roman" panose="02020603050405020304" pitchFamily="18" charset="0"/>
              </a:rPr>
              <a:t>ttention to Details and Quality</a:t>
            </a:r>
            <a:endParaRPr lang="en-US" b="1" i="1" cap="small">
              <a:ea typeface="Aptos" panose="020B0004020202020204" pitchFamily="34" charset="0"/>
              <a:cs typeface="Times New Roman" panose="02020603050405020304" pitchFamily="18" charset="0"/>
            </a:endParaRPr>
          </a:p>
          <a:p>
            <a:pPr marL="574675" indent="-574675">
              <a:buFont typeface="+mj-lt"/>
              <a:buAutoNum type="arabicPeriod" startAt="8"/>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T</a:t>
            </a:r>
            <a:r>
              <a:rPr lang="en-US" b="1" i="1" cap="small">
                <a:effectLst/>
                <a:ea typeface="Aptos" panose="020B0004020202020204" pitchFamily="34" charset="0"/>
                <a:cs typeface="Times New Roman" panose="02020603050405020304" pitchFamily="18" charset="0"/>
              </a:rPr>
              <a:t>ime and Attention Management</a:t>
            </a:r>
          </a:p>
          <a:p>
            <a:pPr marL="574675" indent="-574675">
              <a:buFont typeface="+mj-lt"/>
              <a:buAutoNum type="arabicPeriod" startAt="8"/>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F</a:t>
            </a:r>
            <a:r>
              <a:rPr lang="en-US" b="1" i="1" cap="small">
                <a:effectLst/>
                <a:ea typeface="Aptos" panose="020B0004020202020204" pitchFamily="34" charset="0"/>
                <a:cs typeface="Times New Roman" panose="02020603050405020304" pitchFamily="18" charset="0"/>
              </a:rPr>
              <a:t>lexibility and Adaptability</a:t>
            </a:r>
            <a:endParaRPr lang="en-US" b="1" i="1" cap="small">
              <a:ea typeface="Aptos" panose="020B0004020202020204" pitchFamily="34" charset="0"/>
              <a:cs typeface="Times New Roman" panose="02020603050405020304" pitchFamily="18" charset="0"/>
            </a:endParaRPr>
          </a:p>
          <a:p>
            <a:pPr marL="574675" indent="-574675">
              <a:buFont typeface="+mj-lt"/>
              <a:buAutoNum type="arabicPeriod" startAt="8"/>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E</a:t>
            </a:r>
            <a:r>
              <a:rPr lang="en-US" b="1" i="1" cap="small">
                <a:effectLst/>
                <a:ea typeface="Aptos" panose="020B0004020202020204" pitchFamily="34" charset="0"/>
                <a:cs typeface="Times New Roman" panose="02020603050405020304" pitchFamily="18" charset="0"/>
              </a:rPr>
              <a:t>motional Intelligence and Accountability</a:t>
            </a:r>
          </a:p>
          <a:p>
            <a:pPr marL="574675" indent="-574675">
              <a:buFont typeface="+mj-lt"/>
              <a:buAutoNum type="arabicPeriod" startAt="8"/>
            </a:pPr>
            <a:r>
              <a:rPr lang="en-US" b="1" i="1" cap="small">
                <a:solidFill>
                  <a:srgbClr val="006600"/>
                </a:solidFill>
                <a:effectLst/>
                <a:latin typeface="Aptos Black" panose="020B0004020202020204" pitchFamily="34" charset="0"/>
                <a:ea typeface="Aptos" panose="020B0004020202020204" pitchFamily="34" charset="0"/>
                <a:cs typeface="Times New Roman" panose="02020603050405020304" pitchFamily="18" charset="0"/>
              </a:rPr>
              <a:t>E</a:t>
            </a:r>
            <a:r>
              <a:rPr lang="en-US" b="1" i="1" cap="small">
                <a:effectLst/>
                <a:ea typeface="Aptos" panose="020B0004020202020204" pitchFamily="34" charset="0"/>
                <a:cs typeface="Times New Roman" panose="02020603050405020304" pitchFamily="18" charset="0"/>
              </a:rPr>
              <a:t>thics and Integrity</a:t>
            </a:r>
            <a:endParaRPr lang="en-US" sz="3200" b="1"/>
          </a:p>
        </p:txBody>
      </p:sp>
      <p:sp>
        <p:nvSpPr>
          <p:cNvPr id="5" name="TextBox 4">
            <a:extLst>
              <a:ext uri="{FF2B5EF4-FFF2-40B4-BE49-F238E27FC236}">
                <a16:creationId xmlns:a16="http://schemas.microsoft.com/office/drawing/2014/main" id="{7607AD8E-0A96-DAE6-4AD9-1D31506F9FDB}"/>
              </a:ext>
            </a:extLst>
          </p:cNvPr>
          <p:cNvSpPr txBox="1"/>
          <p:nvPr/>
        </p:nvSpPr>
        <p:spPr>
          <a:xfrm>
            <a:off x="5270643" y="286735"/>
            <a:ext cx="6411075" cy="369332"/>
          </a:xfrm>
          <a:prstGeom prst="rect">
            <a:avLst/>
          </a:prstGeom>
          <a:noFill/>
        </p:spPr>
        <p:txBody>
          <a:bodyPr wrap="square" rtlCol="0">
            <a:spAutoFit/>
          </a:bodyPr>
          <a:lstStyle/>
          <a:p>
            <a:pPr algn="r"/>
            <a:r>
              <a:rPr lang="en-PH" b="1" i="1">
                <a:solidFill>
                  <a:schemeClr val="bg1"/>
                </a:solidFill>
                <a:latin typeface="Aptos Narrow" panose="020B0004020202020204" pitchFamily="34" charset="0"/>
              </a:rPr>
              <a:t>Session 3: CSW Competencies</a:t>
            </a:r>
          </a:p>
        </p:txBody>
      </p:sp>
    </p:spTree>
    <p:extLst>
      <p:ext uri="{BB962C8B-B14F-4D97-AF65-F5344CB8AC3E}">
        <p14:creationId xmlns:p14="http://schemas.microsoft.com/office/powerpoint/2010/main" val="2027772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40BE-410B-186D-3A9C-A19475928754}"/>
              </a:ext>
            </a:extLst>
          </p:cNvPr>
          <p:cNvSpPr>
            <a:spLocks noGrp="1"/>
          </p:cNvSpPr>
          <p:nvPr>
            <p:ph type="title"/>
          </p:nvPr>
        </p:nvSpPr>
        <p:spPr/>
        <p:txBody>
          <a:bodyPr/>
          <a:lstStyle/>
          <a:p>
            <a:r>
              <a:rPr lang="en-US" sz="4800"/>
              <a:t>3.2 </a:t>
            </a:r>
            <a:r>
              <a:rPr lang="en-PH" sz="4800"/>
              <a:t>Self-Assessment on CSW Competencies</a:t>
            </a:r>
          </a:p>
        </p:txBody>
      </p:sp>
      <p:sp>
        <p:nvSpPr>
          <p:cNvPr id="4" name="TextBox 3">
            <a:extLst>
              <a:ext uri="{FF2B5EF4-FFF2-40B4-BE49-F238E27FC236}">
                <a16:creationId xmlns:a16="http://schemas.microsoft.com/office/drawing/2014/main" id="{44E827EC-2A2F-5946-02FD-83D30B42D7F8}"/>
              </a:ext>
            </a:extLst>
          </p:cNvPr>
          <p:cNvSpPr txBox="1"/>
          <p:nvPr/>
        </p:nvSpPr>
        <p:spPr>
          <a:xfrm>
            <a:off x="1683626" y="442183"/>
            <a:ext cx="5270644" cy="369332"/>
          </a:xfrm>
          <a:prstGeom prst="rect">
            <a:avLst/>
          </a:prstGeom>
          <a:noFill/>
        </p:spPr>
        <p:txBody>
          <a:bodyPr wrap="square" rtlCol="0">
            <a:spAutoFit/>
          </a:bodyPr>
          <a:lstStyle/>
          <a:p>
            <a:pPr algn="r"/>
            <a:r>
              <a:rPr lang="en-PH" b="1" i="1">
                <a:solidFill>
                  <a:schemeClr val="bg1"/>
                </a:solidFill>
                <a:latin typeface="Aptos Narrow" panose="020B0004020202020204" pitchFamily="34" charset="0"/>
              </a:rPr>
              <a:t>Session 3: CSW Competencies</a:t>
            </a:r>
          </a:p>
        </p:txBody>
      </p:sp>
      <p:pic>
        <p:nvPicPr>
          <p:cNvPr id="5" name="Picture Placeholder 4">
            <a:extLst>
              <a:ext uri="{FF2B5EF4-FFF2-40B4-BE49-F238E27FC236}">
                <a16:creationId xmlns:a16="http://schemas.microsoft.com/office/drawing/2014/main" id="{D94DA5C0-E262-92B6-1011-DFDA63F3548A}"/>
              </a:ext>
            </a:extLst>
          </p:cNvPr>
          <p:cNvPicPr>
            <a:picLocks noGrp="1" noChangeAspect="1"/>
          </p:cNvPicPr>
          <p:nvPr>
            <p:ph type="pic" sz="quarter" idx="18"/>
          </p:nvPr>
        </p:nvPicPr>
        <p:blipFill>
          <a:blip r:embed="rId3"/>
          <a:srcRect l="6463" r="6463"/>
          <a:stretch>
            <a:fillRect/>
          </a:stretch>
        </p:blipFill>
        <p:spPr>
          <a:xfrm>
            <a:off x="7512050" y="904126"/>
            <a:ext cx="4298950" cy="4993437"/>
          </a:xfrm>
          <a:prstGeom prst="rect">
            <a:avLst/>
          </a:prstGeom>
        </p:spPr>
      </p:pic>
    </p:spTree>
    <p:extLst>
      <p:ext uri="{BB962C8B-B14F-4D97-AF65-F5344CB8AC3E}">
        <p14:creationId xmlns:p14="http://schemas.microsoft.com/office/powerpoint/2010/main" val="202361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a:t>3.2 Self-Assessment on CSW Competencies</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734786" y="2304049"/>
            <a:ext cx="10813580" cy="4098615"/>
          </a:xfrm>
        </p:spPr>
        <p:txBody>
          <a:bodyPr/>
          <a:lstStyle/>
          <a:p>
            <a:pPr marL="0" marR="0" indent="0" algn="just">
              <a:spcBef>
                <a:spcPts val="0"/>
              </a:spcBef>
              <a:spcAft>
                <a:spcPts val="1200"/>
              </a:spcAft>
              <a:buNone/>
            </a:pPr>
            <a:r>
              <a:rPr lang="en-US" sz="2800" kern="100">
                <a:effectLst/>
                <a:latin typeface="Aptos" panose="020B0004020202020204" pitchFamily="34" charset="0"/>
                <a:ea typeface="Aptos" panose="020B0004020202020204" pitchFamily="34" charset="0"/>
                <a:cs typeface="Times New Roman" panose="02020603050405020304" pitchFamily="18" charset="0"/>
              </a:rPr>
              <a:t>	</a:t>
            </a:r>
            <a:r>
              <a:rPr lang="en-US" sz="2600" kern="100">
                <a:effectLst/>
                <a:latin typeface="Aptos" panose="020B0004020202020204" pitchFamily="34" charset="0"/>
                <a:ea typeface="Aptos" panose="020B0004020202020204" pitchFamily="34" charset="0"/>
                <a:cs typeface="Times New Roman" panose="02020603050405020304" pitchFamily="18" charset="0"/>
              </a:rPr>
              <a:t>This tool is designed to help you evaluate your current level of proficiency in the core competencies essential for effective CSW. By completing this survey, you will gain insights into your strengths and areas for development, which will inform your learning journey during the CSW training and beyond.</a:t>
            </a:r>
          </a:p>
          <a:p>
            <a:pPr marL="0" marR="0" indent="0" algn="just">
              <a:spcBef>
                <a:spcPts val="0"/>
              </a:spcBef>
              <a:spcAft>
                <a:spcPts val="1200"/>
              </a:spcAft>
              <a:buNone/>
            </a:pPr>
            <a:r>
              <a:rPr lang="en-US" sz="2600" kern="100">
                <a:effectLst/>
                <a:latin typeface="Aptos" panose="020B0004020202020204" pitchFamily="34" charset="0"/>
                <a:ea typeface="Aptos" panose="020B0004020202020204" pitchFamily="34" charset="0"/>
                <a:cs typeface="Times New Roman" panose="02020603050405020304" pitchFamily="18" charset="0"/>
              </a:rPr>
              <a:t>	The survey consists of a series of questions related to each CSW competency. You will rate your proficiency level for each question using the following scale:</a:t>
            </a:r>
            <a:endParaRPr lang="en-US" sz="2600" kern="10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kern="100">
                <a:effectLst/>
                <a:latin typeface="Aptos" panose="020B0004020202020204" pitchFamily="34" charset="0"/>
                <a:ea typeface="Aptos" panose="020B0004020202020204" pitchFamily="34" charset="0"/>
                <a:cs typeface="Times New Roman" panose="02020603050405020304" pitchFamily="18" charset="0"/>
              </a:rPr>
              <a:t>Rating: 	</a:t>
            </a:r>
            <a:r>
              <a:rPr lang="en-US" b="1" kern="100">
                <a:effectLst/>
                <a:latin typeface="Aptos" panose="020B0004020202020204" pitchFamily="34" charset="0"/>
                <a:ea typeface="Aptos" panose="020B0004020202020204" pitchFamily="34" charset="0"/>
                <a:cs typeface="Times New Roman" panose="02020603050405020304" pitchFamily="18" charset="0"/>
              </a:rPr>
              <a:t>1: Novice,   2: Beginner,   3: Emerging,   4: Intermediate,   </a:t>
            </a:r>
          </a:p>
          <a:p>
            <a:pPr marL="0" indent="0" algn="just">
              <a:lnSpc>
                <a:spcPct val="100000"/>
              </a:lnSpc>
              <a:spcBef>
                <a:spcPts val="0"/>
              </a:spcBef>
              <a:buNone/>
            </a:pPr>
            <a:r>
              <a:rPr lang="en-US" b="1" kern="100">
                <a:ea typeface="Aptos" panose="020B0004020202020204" pitchFamily="34" charset="0"/>
                <a:cs typeface="Times New Roman" panose="02020603050405020304" pitchFamily="18" charset="0"/>
              </a:rPr>
              <a:t>		</a:t>
            </a:r>
            <a:r>
              <a:rPr lang="en-US" b="1" kern="100">
                <a:effectLst/>
                <a:latin typeface="Aptos" panose="020B0004020202020204" pitchFamily="34" charset="0"/>
                <a:ea typeface="Aptos" panose="020B0004020202020204" pitchFamily="34" charset="0"/>
                <a:cs typeface="Times New Roman" panose="02020603050405020304" pitchFamily="18" charset="0"/>
              </a:rPr>
              <a:t>5: Proficient,   6: Advanced,   7: Expert</a:t>
            </a:r>
            <a:endParaRPr lang="en-US"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4D8A494-8169-5CBC-4C98-EE07215CF9FE}"/>
              </a:ext>
            </a:extLst>
          </p:cNvPr>
          <p:cNvSpPr txBox="1"/>
          <p:nvPr/>
        </p:nvSpPr>
        <p:spPr>
          <a:xfrm>
            <a:off x="5270643" y="286735"/>
            <a:ext cx="6411075" cy="369332"/>
          </a:xfrm>
          <a:prstGeom prst="rect">
            <a:avLst/>
          </a:prstGeom>
          <a:noFill/>
        </p:spPr>
        <p:txBody>
          <a:bodyPr wrap="square" rtlCol="0">
            <a:spAutoFit/>
          </a:bodyPr>
          <a:lstStyle/>
          <a:p>
            <a:pPr algn="r"/>
            <a:r>
              <a:rPr lang="en-PH" b="1" i="1">
                <a:solidFill>
                  <a:schemeClr val="bg1"/>
                </a:solidFill>
                <a:latin typeface="Aptos Narrow" panose="020B0004020202020204" pitchFamily="34" charset="0"/>
              </a:rPr>
              <a:t>Session 3: CSW Competencies</a:t>
            </a:r>
          </a:p>
        </p:txBody>
      </p:sp>
    </p:spTree>
    <p:extLst>
      <p:ext uri="{BB962C8B-B14F-4D97-AF65-F5344CB8AC3E}">
        <p14:creationId xmlns:p14="http://schemas.microsoft.com/office/powerpoint/2010/main" val="1004167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5400" dirty="0">
                <a:solidFill>
                  <a:srgbClr val="006600"/>
                </a:solidFill>
              </a:rPr>
              <a:t>TOP 3 COMPETENCIES</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641350" y="2205442"/>
            <a:ext cx="10907016" cy="4098615"/>
          </a:xfrm>
        </p:spPr>
        <p:txBody>
          <a:bodyPr/>
          <a:lstStyle/>
          <a:p>
            <a:pPr marL="342900" marR="0" lvl="0" indent="-342900" algn="just">
              <a:lnSpc>
                <a:spcPct val="115000"/>
              </a:lnSpc>
              <a:spcBef>
                <a:spcPts val="0"/>
              </a:spcBef>
              <a:spcAft>
                <a:spcPts val="0"/>
              </a:spcAft>
              <a:buFont typeface="+mj-lt"/>
              <a:buAutoNum type="arabicPeriod"/>
            </a:pPr>
            <a:r>
              <a:rPr lang="en-PH" b="1"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ATTENTION TO DETAILS AND QUALITY</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With an average score of </a:t>
            </a:r>
            <a:r>
              <a:rPr lang="en-PH" b="1" kern="100" dirty="0">
                <a:solidFill>
                  <a:srgbClr val="FF0000"/>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4.50</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staff are at an intermediate to proficient level in carefully reviewing their work, following procedures, and identifying areas for improvement.</a:t>
            </a:r>
            <a:endParaRPr lang="en-PH" kern="100" dirty="0">
              <a:effectLst/>
              <a:latin typeface="Aptos" panose="020B0004020202020204" pitchFamily="34" charset="0"/>
              <a:ea typeface="DengXian" panose="02010600030101010101" pitchFamily="2" charset="-122"/>
              <a:cs typeface="Mangal" panose="02040503050203030202" pitchFamily="18" charset="0"/>
            </a:endParaRPr>
          </a:p>
          <a:p>
            <a:pPr marL="342900" marR="0" lvl="0" indent="-342900" algn="just">
              <a:lnSpc>
                <a:spcPct val="115000"/>
              </a:lnSpc>
              <a:spcBef>
                <a:spcPts val="0"/>
              </a:spcBef>
              <a:spcAft>
                <a:spcPts val="0"/>
              </a:spcAft>
              <a:buFont typeface="+mj-lt"/>
              <a:buAutoNum type="arabicPeriod"/>
            </a:pPr>
            <a:r>
              <a:rPr lang="en-PH" b="1"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ETHICS AND INTEGRITY</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The staff scored the highest average rating of </a:t>
            </a:r>
            <a:r>
              <a:rPr lang="en-PH" b="1" kern="100" dirty="0">
                <a:solidFill>
                  <a:srgbClr val="FF0000"/>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4.33</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in this competency, indicating an intermediate to proficient level in being honest, following ethical guidelines, and upholding high moral standards.</a:t>
            </a:r>
            <a:endParaRPr lang="en-PH" kern="100" dirty="0">
              <a:effectLst/>
              <a:latin typeface="Aptos" panose="020B0004020202020204" pitchFamily="34" charset="0"/>
              <a:ea typeface="DengXian" panose="02010600030101010101" pitchFamily="2" charset="-122"/>
              <a:cs typeface="Mangal" panose="02040503050203030202" pitchFamily="18" charset="0"/>
            </a:endParaRPr>
          </a:p>
          <a:p>
            <a:pPr marL="342900" marR="0" lvl="0" indent="-342900" algn="just">
              <a:lnSpc>
                <a:spcPct val="115000"/>
              </a:lnSpc>
              <a:spcBef>
                <a:spcPts val="0"/>
              </a:spcBef>
              <a:spcAft>
                <a:spcPts val="0"/>
              </a:spcAft>
              <a:buFont typeface="+mj-lt"/>
              <a:buAutoNum type="arabicPeriod"/>
            </a:pPr>
            <a:r>
              <a:rPr lang="en-PH" b="1"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EMOTIONAL INTELLIGENCE AND ACCOUNTABILITY</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Staff have an average rating of </a:t>
            </a:r>
            <a:r>
              <a:rPr lang="en-PH" b="1" kern="100" dirty="0">
                <a:solidFill>
                  <a:srgbClr val="FF0000"/>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4.18</a:t>
            </a:r>
            <a:r>
              <a:rPr lang="en-PH" kern="100" dirty="0">
                <a:solidFill>
                  <a:srgbClr val="13343B"/>
                </a:solidFill>
                <a:effectLst/>
                <a:highlight>
                  <a:srgbClr val="FCFCF9"/>
                </a:highlight>
                <a:latin typeface="Segoe UI" panose="020B0502040204020203" pitchFamily="34" charset="0"/>
                <a:ea typeface="DengXian" panose="02010600030101010101" pitchFamily="2" charset="-122"/>
                <a:cs typeface="Mangal" panose="02040503050203030202" pitchFamily="18" charset="0"/>
              </a:rPr>
              <a:t>, suggesting they are at an intermediate level in being self-aware, communicating with empathy, and holding themselves accountable.</a:t>
            </a:r>
            <a:endParaRPr lang="en-PH" kern="100" dirty="0">
              <a:effectLst/>
              <a:latin typeface="Aptos" panose="020B0004020202020204" pitchFamily="34" charset="0"/>
              <a:ea typeface="DengXian" panose="02010600030101010101" pitchFamily="2" charset="-122"/>
              <a:cs typeface="Mangal" panose="02040503050203030202" pitchFamily="18" charset="0"/>
            </a:endParaRPr>
          </a:p>
          <a:p>
            <a:pPr marL="0" indent="0">
              <a:buNone/>
            </a:pPr>
            <a:endParaRPr lang="en-PH" sz="3600" dirty="0"/>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3481845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800" dirty="0">
                <a:solidFill>
                  <a:srgbClr val="C00000"/>
                </a:solidFill>
              </a:rPr>
              <a:t>BOTTOM 3 COMPETENCIES</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342900" marR="0" lvl="0" indent="-342900" algn="just">
              <a:spcBef>
                <a:spcPts val="0"/>
              </a:spcBef>
              <a:spcAft>
                <a:spcPts val="0"/>
              </a:spcAft>
              <a:buFont typeface="+mj-lt"/>
              <a:buAutoNum type="arabicPeriod"/>
            </a:pPr>
            <a:r>
              <a:rPr lang="en-PH" b="1" kern="100" dirty="0">
                <a:effectLst/>
                <a:latin typeface="Aptos" panose="020B0004020202020204" pitchFamily="34" charset="0"/>
                <a:ea typeface="DengXian" panose="02010600030101010101" pitchFamily="2" charset="-122"/>
                <a:cs typeface="Mangal" panose="02040503050203030202" pitchFamily="18" charset="0"/>
              </a:rPr>
              <a:t>RESEARCH AND ANALYSIS</a:t>
            </a:r>
            <a:r>
              <a:rPr lang="en-PH" kern="100" dirty="0">
                <a:effectLst/>
                <a:latin typeface="Aptos" panose="020B0004020202020204" pitchFamily="34" charset="0"/>
                <a:ea typeface="DengXian" panose="02010600030101010101" pitchFamily="2" charset="-122"/>
                <a:cs typeface="Mangal" panose="02040503050203030202" pitchFamily="18" charset="0"/>
              </a:rPr>
              <a:t>: The staff scored the lowest average rating of </a:t>
            </a:r>
            <a:r>
              <a:rPr lang="en-PH" b="1" kern="100" dirty="0">
                <a:solidFill>
                  <a:srgbClr val="FF0000"/>
                </a:solidFill>
                <a:effectLst/>
                <a:latin typeface="Aptos" panose="020B0004020202020204" pitchFamily="34" charset="0"/>
                <a:ea typeface="DengXian" panose="02010600030101010101" pitchFamily="2" charset="-122"/>
                <a:cs typeface="Mangal" panose="02040503050203030202" pitchFamily="18" charset="0"/>
              </a:rPr>
              <a:t>3.71</a:t>
            </a:r>
            <a:r>
              <a:rPr lang="en-PH" kern="100" dirty="0">
                <a:solidFill>
                  <a:srgbClr val="FF0000"/>
                </a:solidFill>
                <a:effectLst/>
                <a:latin typeface="Aptos" panose="020B0004020202020204" pitchFamily="34" charset="0"/>
                <a:ea typeface="DengXian" panose="02010600030101010101" pitchFamily="2" charset="-122"/>
                <a:cs typeface="Mangal" panose="02040503050203030202" pitchFamily="18" charset="0"/>
              </a:rPr>
              <a:t> </a:t>
            </a:r>
            <a:r>
              <a:rPr lang="en-PH" kern="100" dirty="0">
                <a:effectLst/>
                <a:latin typeface="Aptos" panose="020B0004020202020204" pitchFamily="34" charset="0"/>
                <a:ea typeface="DengXian" panose="02010600030101010101" pitchFamily="2" charset="-122"/>
                <a:cs typeface="Mangal" panose="02040503050203030202" pitchFamily="18" charset="0"/>
              </a:rPr>
              <a:t>in this competency, indicating an emerging to intermediate level in finding relevant information, analyzing data systematically, and drawing meaningful conclusions. Few are recognized as research experts who develop innovative methodologies.</a:t>
            </a:r>
          </a:p>
          <a:p>
            <a:pPr marL="342900" marR="0" lvl="0" indent="-342900" algn="just">
              <a:spcBef>
                <a:spcPts val="0"/>
              </a:spcBef>
              <a:spcAft>
                <a:spcPts val="0"/>
              </a:spcAft>
              <a:buFont typeface="+mj-lt"/>
              <a:buAutoNum type="arabicPeriod"/>
            </a:pPr>
            <a:r>
              <a:rPr lang="en-PH" b="1" kern="100" dirty="0">
                <a:effectLst/>
                <a:latin typeface="Aptos" panose="020B0004020202020204" pitchFamily="34" charset="0"/>
                <a:ea typeface="DengXian" panose="02010600030101010101" pitchFamily="2" charset="-122"/>
                <a:cs typeface="Mangal" panose="02040503050203030202" pitchFamily="18" charset="0"/>
              </a:rPr>
              <a:t>ANALYTICAL AND CRITICAL THINKING SKILLS</a:t>
            </a:r>
            <a:r>
              <a:rPr lang="en-PH" kern="100" dirty="0">
                <a:effectLst/>
                <a:latin typeface="Aptos" panose="020B0004020202020204" pitchFamily="34" charset="0"/>
                <a:ea typeface="DengXian" panose="02010600030101010101" pitchFamily="2" charset="-122"/>
                <a:cs typeface="Mangal" panose="02040503050203030202" pitchFamily="18" charset="0"/>
              </a:rPr>
              <a:t>: With an average score of </a:t>
            </a:r>
            <a:r>
              <a:rPr lang="en-PH" b="1" kern="100" dirty="0">
                <a:solidFill>
                  <a:srgbClr val="FF0000"/>
                </a:solidFill>
                <a:effectLst/>
                <a:latin typeface="Aptos" panose="020B0004020202020204" pitchFamily="34" charset="0"/>
                <a:ea typeface="DengXian" panose="02010600030101010101" pitchFamily="2" charset="-122"/>
                <a:cs typeface="Mangal" panose="02040503050203030202" pitchFamily="18" charset="0"/>
              </a:rPr>
              <a:t>3.58</a:t>
            </a:r>
            <a:r>
              <a:rPr lang="en-PH" kern="100" dirty="0">
                <a:effectLst/>
                <a:latin typeface="Aptos" panose="020B0004020202020204" pitchFamily="34" charset="0"/>
                <a:ea typeface="DengXian" panose="02010600030101010101" pitchFamily="2" charset="-122"/>
                <a:cs typeface="Mangal" panose="02040503050203030202" pitchFamily="18" charset="0"/>
              </a:rPr>
              <a:t>, staff are generally at an emerging to intermediate level in identifying key issues, breaking down problems, and using data to support analyses. There is room for improvement in developing innovative solutions and generating groundbreaking insights.</a:t>
            </a:r>
          </a:p>
          <a:p>
            <a:pPr marL="342900" marR="0" lvl="0" indent="-342900" algn="just">
              <a:spcBef>
                <a:spcPts val="0"/>
              </a:spcBef>
              <a:spcAft>
                <a:spcPts val="0"/>
              </a:spcAft>
              <a:buFont typeface="+mj-lt"/>
              <a:buAutoNum type="arabicPeriod"/>
            </a:pPr>
            <a:r>
              <a:rPr lang="en-PH" b="1" kern="100" dirty="0">
                <a:effectLst/>
                <a:latin typeface="Aptos" panose="020B0004020202020204" pitchFamily="34" charset="0"/>
                <a:ea typeface="DengXian" panose="02010600030101010101" pitchFamily="2" charset="-122"/>
                <a:cs typeface="Mangal" panose="02040503050203030202" pitchFamily="18" charset="0"/>
              </a:rPr>
              <a:t>STRATEGIC THINKING</a:t>
            </a:r>
            <a:r>
              <a:rPr lang="en-PH" kern="100" dirty="0">
                <a:effectLst/>
                <a:latin typeface="Aptos" panose="020B0004020202020204" pitchFamily="34" charset="0"/>
                <a:ea typeface="DengXian" panose="02010600030101010101" pitchFamily="2" charset="-122"/>
                <a:cs typeface="Mangal" panose="02040503050203030202" pitchFamily="18" charset="0"/>
              </a:rPr>
              <a:t>: Scoring an average of </a:t>
            </a:r>
            <a:r>
              <a:rPr lang="en-PH" b="1" kern="100" dirty="0">
                <a:solidFill>
                  <a:srgbClr val="FF0000"/>
                </a:solidFill>
                <a:effectLst/>
                <a:latin typeface="Aptos" panose="020B0004020202020204" pitchFamily="34" charset="0"/>
                <a:ea typeface="DengXian" panose="02010600030101010101" pitchFamily="2" charset="-122"/>
                <a:cs typeface="Mangal" panose="02040503050203030202" pitchFamily="18" charset="0"/>
              </a:rPr>
              <a:t>3.84</a:t>
            </a:r>
            <a:r>
              <a:rPr lang="en-PH" kern="100" dirty="0">
                <a:effectLst/>
                <a:latin typeface="Aptos" panose="020B0004020202020204" pitchFamily="34" charset="0"/>
                <a:ea typeface="DengXian" panose="02010600030101010101" pitchFamily="2" charset="-122"/>
                <a:cs typeface="Mangal" panose="02040503050203030202" pitchFamily="18" charset="0"/>
              </a:rPr>
              <a:t>, staff understand the LGU's strategic objectives and consider long-term implications in their work at an intermediate level. Improvement is needed in anticipating future trends and shaping the LGU's strategic direction.</a:t>
            </a: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214408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Individual differences in skills and experience</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The wide range of average ratings across staff members (from 1.90 to 6.98) suggests significant variations in their competency levels. This could be due to differences in their educational background, years of service, training received, and innate abilities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1081618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Subjectivity of self-assessment</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As this is a self-rating survey, the results may be affected by individuals' self-perception and biases. Some staff may overestimate or underestimate their own competencies, leading to ratings that don't fully reflect their actual skill levels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399305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Clarity and interpretation of the rating scale</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If the definitions of the rating levels (novice to expert) are not clearly understood or consistently interpreted by all staff, it could lead to inconsistencies in how they rate themselves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1923455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Workplace culture and expectations</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The organizational culture, norms, and performance expectations within the LGU could influence how staff perceive and rate their own competencies. A highly competitive or critical environment may lead to lower self-ratings, while a supportive and encouraging one could result in higher ratings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1455772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Recency and salience of experiences</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Staff ratings may be biased towards recent or memorable work experiences related to each competency. If an individual had a particularly positive or negative experience demonstrating a skill recently, it could skew their self-rating</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1911579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Desire to present oneself positively</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Some staff may consciously or unconsciously inflate their ratings to project a more favorable image of their competencies, especially if they believe the results could impact their career opportunities or performance evaluations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2768387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Understanding of the competencies</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The level of understanding and familiarity with each competency and its application in their role could affect how staff rate themselves. Those with a clearer grasp of what the competency entails may rate themselves more accurately</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4191342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9893-2723-F78B-819C-4A99AC5AD3E2}"/>
              </a:ext>
            </a:extLst>
          </p:cNvPr>
          <p:cNvSpPr>
            <a:spLocks noGrp="1"/>
          </p:cNvSpPr>
          <p:nvPr>
            <p:ph type="title"/>
          </p:nvPr>
        </p:nvSpPr>
        <p:spPr/>
        <p:txBody>
          <a:bodyPr/>
          <a:lstStyle/>
          <a:p>
            <a:r>
              <a:rPr lang="en-PH" sz="4000" dirty="0">
                <a:solidFill>
                  <a:srgbClr val="C00000"/>
                </a:solidFill>
              </a:rPr>
              <a:t>FACTORS THAT AFFECT THE ASSESSMENT</a:t>
            </a:r>
          </a:p>
        </p:txBody>
      </p:sp>
      <p:sp>
        <p:nvSpPr>
          <p:cNvPr id="3" name="Content Placeholder 2">
            <a:extLst>
              <a:ext uri="{FF2B5EF4-FFF2-40B4-BE49-F238E27FC236}">
                <a16:creationId xmlns:a16="http://schemas.microsoft.com/office/drawing/2014/main" id="{01FED288-F1A1-D7AD-538F-80B8EA756113}"/>
              </a:ext>
            </a:extLst>
          </p:cNvPr>
          <p:cNvSpPr>
            <a:spLocks noGrp="1"/>
          </p:cNvSpPr>
          <p:nvPr>
            <p:ph idx="1"/>
          </p:nvPr>
        </p:nvSpPr>
        <p:spPr>
          <a:xfrm>
            <a:off x="553583" y="2205442"/>
            <a:ext cx="11152860" cy="4098615"/>
          </a:xfrm>
        </p:spPr>
        <p:txBody>
          <a:bodyPr/>
          <a:lstStyle/>
          <a:p>
            <a:pPr marL="0" marR="0" lvl="0" indent="0" algn="just">
              <a:spcBef>
                <a:spcPts val="0"/>
              </a:spcBef>
              <a:spcAft>
                <a:spcPts val="0"/>
              </a:spcAft>
              <a:buNone/>
            </a:pPr>
            <a:r>
              <a:rPr lang="en-US" sz="3600" b="1" kern="100" dirty="0">
                <a:effectLst/>
                <a:latin typeface="Aptos" panose="020B0004020202020204" pitchFamily="34" charset="0"/>
                <a:ea typeface="DengXian" panose="02010600030101010101" pitchFamily="2" charset="-122"/>
                <a:cs typeface="Mangal" panose="02040503050203030202" pitchFamily="18" charset="0"/>
              </a:rPr>
              <a:t>Training and development opportunities</a:t>
            </a:r>
            <a:r>
              <a:rPr lang="en-US" sz="3600" kern="100" dirty="0">
                <a:effectLst/>
                <a:latin typeface="Aptos" panose="020B0004020202020204" pitchFamily="34" charset="0"/>
                <a:ea typeface="DengXian" panose="02010600030101010101" pitchFamily="2" charset="-122"/>
                <a:cs typeface="Mangal" panose="02040503050203030202" pitchFamily="18" charset="0"/>
              </a:rPr>
              <a:t>: </a:t>
            </a:r>
          </a:p>
          <a:p>
            <a:pPr marL="0" marR="0" lvl="0" indent="0" algn="just">
              <a:spcBef>
                <a:spcPts val="0"/>
              </a:spcBef>
              <a:spcAft>
                <a:spcPts val="0"/>
              </a:spcAft>
              <a:buNone/>
            </a:pPr>
            <a:endParaRPr lang="en-US" sz="3600" kern="100" dirty="0">
              <a:ea typeface="DengXian" panose="02010600030101010101" pitchFamily="2" charset="-122"/>
              <a:cs typeface="Mangal" panose="02040503050203030202" pitchFamily="18" charset="0"/>
            </a:endParaRPr>
          </a:p>
          <a:p>
            <a:pPr marL="0" marR="0" lvl="0" indent="0" algn="just">
              <a:spcBef>
                <a:spcPts val="0"/>
              </a:spcBef>
              <a:spcAft>
                <a:spcPts val="0"/>
              </a:spcAft>
              <a:buNone/>
            </a:pPr>
            <a:r>
              <a:rPr lang="en-US" sz="3600" kern="100" dirty="0">
                <a:effectLst/>
                <a:latin typeface="Aptos" panose="020B0004020202020204" pitchFamily="34" charset="0"/>
                <a:ea typeface="DengXian" panose="02010600030101010101" pitchFamily="2" charset="-122"/>
                <a:cs typeface="Mangal" panose="02040503050203030202" pitchFamily="18" charset="0"/>
              </a:rPr>
              <a:t>The availability and effectiveness of training programs and development initiatives for each competency within the LGU could impact staff competency levels and, consequently, their self-ratings</a:t>
            </a:r>
            <a:endParaRPr lang="en-PH" sz="3600" kern="100" dirty="0">
              <a:effectLst/>
              <a:latin typeface="Aptos" panose="020B0004020202020204" pitchFamily="34" charset="0"/>
              <a:ea typeface="DengXian" panose="02010600030101010101" pitchFamily="2" charset="-122"/>
              <a:cs typeface="Mangal" panose="02040503050203030202" pitchFamily="18" charset="0"/>
            </a:endParaRPr>
          </a:p>
        </p:txBody>
      </p:sp>
      <p:sp>
        <p:nvSpPr>
          <p:cNvPr id="4" name="TextBox 3">
            <a:extLst>
              <a:ext uri="{FF2B5EF4-FFF2-40B4-BE49-F238E27FC236}">
                <a16:creationId xmlns:a16="http://schemas.microsoft.com/office/drawing/2014/main" id="{D9FC706A-56D9-1854-D58B-34056584D8D5}"/>
              </a:ext>
            </a:extLst>
          </p:cNvPr>
          <p:cNvSpPr txBox="1"/>
          <p:nvPr/>
        </p:nvSpPr>
        <p:spPr>
          <a:xfrm>
            <a:off x="5270643" y="286735"/>
            <a:ext cx="6411075" cy="369332"/>
          </a:xfrm>
          <a:prstGeom prst="rect">
            <a:avLst/>
          </a:prstGeom>
          <a:noFill/>
        </p:spPr>
        <p:txBody>
          <a:bodyPr wrap="square" rtlCol="0">
            <a:spAutoFit/>
          </a:bodyPr>
          <a:lstStyle/>
          <a:p>
            <a:pPr algn="r"/>
            <a:r>
              <a:rPr lang="en-PH" b="1" i="1" dirty="0">
                <a:solidFill>
                  <a:schemeClr val="bg1"/>
                </a:solidFill>
                <a:latin typeface="Aptos Narrow" panose="020B0004020202020204" pitchFamily="34" charset="0"/>
              </a:rPr>
              <a:t>CSW Competency Assessment</a:t>
            </a:r>
          </a:p>
        </p:txBody>
      </p:sp>
    </p:spTree>
    <p:extLst>
      <p:ext uri="{BB962C8B-B14F-4D97-AF65-F5344CB8AC3E}">
        <p14:creationId xmlns:p14="http://schemas.microsoft.com/office/powerpoint/2010/main" val="1211759195"/>
      </p:ext>
    </p:extLst>
  </p:cSld>
  <p:clrMapOvr>
    <a:masterClrMapping/>
  </p:clrMapOvr>
</p:sld>
</file>

<file path=ppt/theme/theme1.xml><?xml version="1.0" encoding="utf-8"?>
<a:theme xmlns:a="http://schemas.openxmlformats.org/drawingml/2006/main" name="Custom">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ustom 74">
      <a:majorFont>
        <a:latin typeface="Jumble"/>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596226_Win32_SL_V6" id="{D9DA734B-CC3F-4DBB-B6FE-0BB140309365}" vid="{69AD8D68-423B-4DFD-8A07-EF38EEF8EB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3.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81AD4F-527A-4A88-9D9F-EFDB01771BD4}">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D1CFE71-3FEB-410F-B4FF-3D986B4B642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6239674-1887-41DB-914A-BD2B863063C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1784</TotalTime>
  <Words>948</Words>
  <Application>Microsoft Office PowerPoint</Application>
  <PresentationFormat>Widescreen</PresentationFormat>
  <Paragraphs>101</Paragraphs>
  <Slides>15</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DengXian</vt:lpstr>
      <vt:lpstr>Aptos</vt:lpstr>
      <vt:lpstr>Aptos Black</vt:lpstr>
      <vt:lpstr>Aptos Narrow</vt:lpstr>
      <vt:lpstr>Arial</vt:lpstr>
      <vt:lpstr>Calibri</vt:lpstr>
      <vt:lpstr>Century Gothic</vt:lpstr>
      <vt:lpstr>Jumble</vt:lpstr>
      <vt:lpstr>Segoe UI</vt:lpstr>
      <vt:lpstr>Times New Roman</vt:lpstr>
      <vt:lpstr>Custom</vt:lpstr>
      <vt:lpstr>Completed  Staff Work (CSW) Training  Municipal Local Government of Paglat Maguindanao del Sur, BARMM April 25 – 27, 2024 </vt:lpstr>
      <vt:lpstr>1.3 The 5-Step CSW Process – ADDRESS </vt:lpstr>
      <vt:lpstr>3.1 Overview of the CSW Competencies - ACSCCRaPATFEE</vt:lpstr>
      <vt:lpstr>3.2 Self-Assessment on CSW Competencies</vt:lpstr>
      <vt:lpstr>3.2 Self-Assessment on CSW Competencies</vt:lpstr>
      <vt:lpstr>TOP 3 COMPETENCIES</vt:lpstr>
      <vt:lpstr>BOTTOM 3 COMPETENCIES</vt:lpstr>
      <vt:lpstr>FACTORS THAT AFFECT THE ASSESSMENT</vt:lpstr>
      <vt:lpstr>FACTORS THAT AFFECT THE ASSESSMENT</vt:lpstr>
      <vt:lpstr>FACTORS THAT AFFECT THE ASSESSMENT</vt:lpstr>
      <vt:lpstr>FACTORS THAT AFFECT THE ASSESSMENT</vt:lpstr>
      <vt:lpstr>FACTORS THAT AFFECT THE ASSESSMENT</vt:lpstr>
      <vt:lpstr>FACTORS THAT AFFECT THE ASSESSMENT</vt:lpstr>
      <vt:lpstr>FACTORS THAT AFFECT THE ASSESSMENT</vt:lpstr>
      <vt:lpstr>FACTORS THAT AFFECT THE ASSESSMENT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Saidamen Mambayao</dc:creator>
  <cp:lastModifiedBy>Saidamen Mambayao</cp:lastModifiedBy>
  <cp:revision>8</cp:revision>
  <dcterms:created xsi:type="dcterms:W3CDTF">2024-04-19T05:51:02Z</dcterms:created>
  <dcterms:modified xsi:type="dcterms:W3CDTF">2024-04-27T05:17:33Z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